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4.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4"/>
    <p:sldMasterId id="2147483674" r:id="rId5"/>
    <p:sldMasterId id="2147483684" r:id="rId6"/>
    <p:sldMasterId id="2147483688" r:id="rId7"/>
    <p:sldMasterId id="2147483701" r:id="rId8"/>
  </p:sldMasterIdLst>
  <p:notesMasterIdLst>
    <p:notesMasterId r:id="rId21"/>
  </p:notesMasterIdLst>
  <p:sldIdLst>
    <p:sldId id="257" r:id="rId9"/>
    <p:sldId id="10005" r:id="rId10"/>
    <p:sldId id="9999" r:id="rId11"/>
    <p:sldId id="10010" r:id="rId12"/>
    <p:sldId id="10001" r:id="rId13"/>
    <p:sldId id="10008" r:id="rId14"/>
    <p:sldId id="10002" r:id="rId15"/>
    <p:sldId id="10003" r:id="rId16"/>
    <p:sldId id="10004" r:id="rId17"/>
    <p:sldId id="10006" r:id="rId18"/>
    <p:sldId id="10012" r:id="rId19"/>
    <p:sldId id="1001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87"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7277858-1303-A07B-1C20-B89A3945F521}" name="Pavanesh Dwivedi" initials="PD" userId="S::Pavanesh.Dwivedi@microsave.net::0aba1e5b-3529-45b6-8dcd-24bafd5b55e8" providerId="AD"/>
  <p188:author id="{3DAF7CDD-0511-F7BD-6243-E3D720BAA81A}" name="Anshul  Pachouri" initials="AP" userId="S::anshul.pachouri@microsave.net::cc9fd398-2346-4f57-ad63-17ce096af50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79433"/>
    <a:srgbClr val="284181"/>
    <a:srgbClr val="4369B3"/>
    <a:srgbClr val="6ECFE0"/>
    <a:srgbClr val="D1D3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78F314-AAEA-E09A-E902-FBAD456B15F9}" v="379" dt="2026-04-05T01:31:30.365"/>
    <p1510:client id="{892B6F1D-AF6C-BD5C-5501-26EE0BA5B643}" v="1297" dt="2026-04-05T01:36:46.10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63"/>
  </p:normalViewPr>
  <p:slideViewPr>
    <p:cSldViewPr snapToGrid="0">
      <p:cViewPr varScale="1">
        <p:scale>
          <a:sx n="78" d="100"/>
          <a:sy n="78" d="100"/>
        </p:scale>
        <p:origin x="850" y="62"/>
      </p:cViewPr>
      <p:guideLst>
        <p:guide orient="horz" pos="2387"/>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slide" Target="slides/slide10.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viewProps" Target="viewProps.xml"/><Relationship Id="rId10" Type="http://schemas.openxmlformats.org/officeDocument/2006/relationships/slide" Target="slides/slide2.xml"/><Relationship Id="rId19" Type="http://schemas.openxmlformats.org/officeDocument/2006/relationships/slide" Target="slides/slide1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presProps" Target="presProps.xml"/><Relationship Id="rId27" Type="http://schemas.microsoft.com/office/2018/10/relationships/authors" Target="author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752E-4DF4-A50B-5A4BC0EAC415}"/>
              </c:ext>
            </c:extLst>
          </c:dPt>
          <c:dPt>
            <c:idx val="1"/>
            <c:bubble3D val="0"/>
            <c:spPr>
              <a:solidFill>
                <a:schemeClr val="accent2"/>
              </a:solidFill>
              <a:ln w="19050">
                <a:noFill/>
              </a:ln>
              <a:effectLst/>
            </c:spPr>
            <c:extLst>
              <c:ext xmlns:c16="http://schemas.microsoft.com/office/drawing/2014/chart" uri="{C3380CC4-5D6E-409C-BE32-E72D297353CC}">
                <c16:uniqueId val="{00000003-752E-4DF4-A50B-5A4BC0EAC415}"/>
              </c:ext>
            </c:extLst>
          </c:dPt>
          <c:dPt>
            <c:idx val="2"/>
            <c:bubble3D val="0"/>
            <c:spPr>
              <a:solidFill>
                <a:schemeClr val="accent4"/>
              </a:solidFill>
              <a:ln w="19050">
                <a:noFill/>
              </a:ln>
              <a:effectLst/>
            </c:spPr>
            <c:extLst>
              <c:ext xmlns:c16="http://schemas.microsoft.com/office/drawing/2014/chart" uri="{C3380CC4-5D6E-409C-BE32-E72D297353CC}">
                <c16:uniqueId val="{00000005-752E-4DF4-A50B-5A4BC0EAC415}"/>
              </c:ext>
            </c:extLst>
          </c:dPt>
          <c:cat>
            <c:strRef>
              <c:f>Sheet1!$A$2:$A$4</c:f>
              <c:strCache>
                <c:ptCount val="3"/>
                <c:pt idx="0">
                  <c:v>1st Qtr</c:v>
                </c:pt>
                <c:pt idx="1">
                  <c:v>2nd Qtr</c:v>
                </c:pt>
                <c:pt idx="2">
                  <c:v>3rd Qtr</c:v>
                </c:pt>
              </c:strCache>
            </c:strRef>
          </c:cat>
          <c:val>
            <c:numRef>
              <c:f>Sheet1!$B$2:$B$4</c:f>
              <c:numCache>
                <c:formatCode>0%</c:formatCode>
                <c:ptCount val="3"/>
                <c:pt idx="0">
                  <c:v>0.5</c:v>
                </c:pt>
                <c:pt idx="1">
                  <c:v>0.35</c:v>
                </c:pt>
                <c:pt idx="2">
                  <c:v>0.15</c:v>
                </c:pt>
              </c:numCache>
            </c:numRef>
          </c:val>
          <c:extLst>
            <c:ext xmlns:c16="http://schemas.microsoft.com/office/drawing/2014/chart" uri="{C3380CC4-5D6E-409C-BE32-E72D297353CC}">
              <c16:uniqueId val="{00000006-752E-4DF4-A50B-5A4BC0EAC415}"/>
            </c:ext>
          </c:extLst>
        </c:ser>
        <c:dLbls>
          <c:showLegendKey val="0"/>
          <c:showVal val="0"/>
          <c:showCatName val="0"/>
          <c:showSerName val="0"/>
          <c:showPercent val="0"/>
          <c:showBubbleSize val="0"/>
          <c:showLeaderLines val="1"/>
        </c:dLbls>
        <c:firstSliceAng val="0"/>
        <c:holeSize val="6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1C6DF5-3310-4747-891A-8BD1D044B9DA}" type="datetimeFigureOut">
              <a:rPr lang="en-IN" smtClean="0"/>
              <a:t>04-04-2026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12B85F-2348-4308-95F6-6AA8E253ECEB}" type="slidenum">
              <a:rPr lang="en-IN" smtClean="0"/>
              <a:t>‹#›</a:t>
            </a:fld>
            <a:endParaRPr lang="en-IN"/>
          </a:p>
        </p:txBody>
      </p:sp>
    </p:spTree>
    <p:extLst>
      <p:ext uri="{BB962C8B-B14F-4D97-AF65-F5344CB8AC3E}">
        <p14:creationId xmlns:p14="http://schemas.microsoft.com/office/powerpoint/2010/main" val="8574023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0" name="Google Shape;17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a:extLst>
            <a:ext uri="{FF2B5EF4-FFF2-40B4-BE49-F238E27FC236}">
              <a16:creationId xmlns:a16="http://schemas.microsoft.com/office/drawing/2014/main" id="{E1034EEB-E7AF-401B-AB32-C936275F77B2}"/>
            </a:ext>
          </a:extLst>
        </p:cNvPr>
        <p:cNvGrpSpPr/>
        <p:nvPr/>
      </p:nvGrpSpPr>
      <p:grpSpPr>
        <a:xfrm>
          <a:off x="0" y="0"/>
          <a:ext cx="0" cy="0"/>
          <a:chOff x="0" y="0"/>
          <a:chExt cx="0" cy="0"/>
        </a:xfrm>
      </p:grpSpPr>
      <p:sp>
        <p:nvSpPr>
          <p:cNvPr id="303" name="Google Shape;303;p4:notes">
            <a:extLst>
              <a:ext uri="{FF2B5EF4-FFF2-40B4-BE49-F238E27FC236}">
                <a16:creationId xmlns:a16="http://schemas.microsoft.com/office/drawing/2014/main" id="{640267D9-1A33-0818-2B43-90DB46A7A18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4" name="Google Shape;304;p4:notes">
            <a:extLst>
              <a:ext uri="{FF2B5EF4-FFF2-40B4-BE49-F238E27FC236}">
                <a16:creationId xmlns:a16="http://schemas.microsoft.com/office/drawing/2014/main" id="{CE39A91F-EEA6-BF91-3C10-2B7EE878DC0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250347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a:extLst>
            <a:ext uri="{FF2B5EF4-FFF2-40B4-BE49-F238E27FC236}">
              <a16:creationId xmlns:a16="http://schemas.microsoft.com/office/drawing/2014/main" id="{3A088BE4-35CF-4564-3A35-586C2AE8001B}"/>
            </a:ext>
          </a:extLst>
        </p:cNvPr>
        <p:cNvGrpSpPr/>
        <p:nvPr/>
      </p:nvGrpSpPr>
      <p:grpSpPr>
        <a:xfrm>
          <a:off x="0" y="0"/>
          <a:ext cx="0" cy="0"/>
          <a:chOff x="0" y="0"/>
          <a:chExt cx="0" cy="0"/>
        </a:xfrm>
      </p:grpSpPr>
      <p:sp>
        <p:nvSpPr>
          <p:cNvPr id="303" name="Google Shape;303;p4:notes">
            <a:extLst>
              <a:ext uri="{FF2B5EF4-FFF2-40B4-BE49-F238E27FC236}">
                <a16:creationId xmlns:a16="http://schemas.microsoft.com/office/drawing/2014/main" id="{8AD8ADA5-B167-1E73-1E5B-B2A0AF25B38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4" name="Google Shape;304;p4:notes">
            <a:extLst>
              <a:ext uri="{FF2B5EF4-FFF2-40B4-BE49-F238E27FC236}">
                <a16:creationId xmlns:a16="http://schemas.microsoft.com/office/drawing/2014/main" id="{9D6D8086-FE3A-0E73-64EA-8851C657C8E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517412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a:extLst>
            <a:ext uri="{FF2B5EF4-FFF2-40B4-BE49-F238E27FC236}">
              <a16:creationId xmlns:a16="http://schemas.microsoft.com/office/drawing/2014/main" id="{CAEB3F49-FB47-D380-3FA0-FBA26151B52B}"/>
            </a:ext>
          </a:extLst>
        </p:cNvPr>
        <p:cNvGrpSpPr/>
        <p:nvPr/>
      </p:nvGrpSpPr>
      <p:grpSpPr>
        <a:xfrm>
          <a:off x="0" y="0"/>
          <a:ext cx="0" cy="0"/>
          <a:chOff x="0" y="0"/>
          <a:chExt cx="0" cy="0"/>
        </a:xfrm>
      </p:grpSpPr>
      <p:sp>
        <p:nvSpPr>
          <p:cNvPr id="303" name="Google Shape;303;p4:notes">
            <a:extLst>
              <a:ext uri="{FF2B5EF4-FFF2-40B4-BE49-F238E27FC236}">
                <a16:creationId xmlns:a16="http://schemas.microsoft.com/office/drawing/2014/main" id="{B658B836-2855-7F7A-0A21-D1877FF555A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4" name="Google Shape;304;p4:notes">
            <a:extLst>
              <a:ext uri="{FF2B5EF4-FFF2-40B4-BE49-F238E27FC236}">
                <a16:creationId xmlns:a16="http://schemas.microsoft.com/office/drawing/2014/main" id="{1E900085-6845-277F-B145-1A9D561D951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365978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a:extLst>
            <a:ext uri="{FF2B5EF4-FFF2-40B4-BE49-F238E27FC236}">
              <a16:creationId xmlns:a16="http://schemas.microsoft.com/office/drawing/2014/main" id="{61AD11C6-F4B4-D31A-F872-453A9E01A471}"/>
            </a:ext>
          </a:extLst>
        </p:cNvPr>
        <p:cNvGrpSpPr/>
        <p:nvPr/>
      </p:nvGrpSpPr>
      <p:grpSpPr>
        <a:xfrm>
          <a:off x="0" y="0"/>
          <a:ext cx="0" cy="0"/>
          <a:chOff x="0" y="0"/>
          <a:chExt cx="0" cy="0"/>
        </a:xfrm>
      </p:grpSpPr>
      <p:sp>
        <p:nvSpPr>
          <p:cNvPr id="303" name="Google Shape;303;p4:notes">
            <a:extLst>
              <a:ext uri="{FF2B5EF4-FFF2-40B4-BE49-F238E27FC236}">
                <a16:creationId xmlns:a16="http://schemas.microsoft.com/office/drawing/2014/main" id="{275AD665-8BCE-32EF-3AF7-8BA93AD0AEE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4" name="Google Shape;304;p4:notes">
            <a:extLst>
              <a:ext uri="{FF2B5EF4-FFF2-40B4-BE49-F238E27FC236}">
                <a16:creationId xmlns:a16="http://schemas.microsoft.com/office/drawing/2014/main" id="{49877DDE-FA02-4968-61FC-F529D406AEB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092664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a:extLst>
            <a:ext uri="{FF2B5EF4-FFF2-40B4-BE49-F238E27FC236}">
              <a16:creationId xmlns:a16="http://schemas.microsoft.com/office/drawing/2014/main" id="{92607059-871A-147C-D5AD-38AD29B19EE3}"/>
            </a:ext>
          </a:extLst>
        </p:cNvPr>
        <p:cNvGrpSpPr/>
        <p:nvPr/>
      </p:nvGrpSpPr>
      <p:grpSpPr>
        <a:xfrm>
          <a:off x="0" y="0"/>
          <a:ext cx="0" cy="0"/>
          <a:chOff x="0" y="0"/>
          <a:chExt cx="0" cy="0"/>
        </a:xfrm>
      </p:grpSpPr>
      <p:sp>
        <p:nvSpPr>
          <p:cNvPr id="303" name="Google Shape;303;p4:notes">
            <a:extLst>
              <a:ext uri="{FF2B5EF4-FFF2-40B4-BE49-F238E27FC236}">
                <a16:creationId xmlns:a16="http://schemas.microsoft.com/office/drawing/2014/main" id="{0946D8BA-B73F-50AC-5CC7-A1ED93163E2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4" name="Google Shape;304;p4:notes">
            <a:extLst>
              <a:ext uri="{FF2B5EF4-FFF2-40B4-BE49-F238E27FC236}">
                <a16:creationId xmlns:a16="http://schemas.microsoft.com/office/drawing/2014/main" id="{C965302C-5C95-9D01-AE60-43CBB01E5D0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581540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a:extLst>
            <a:ext uri="{FF2B5EF4-FFF2-40B4-BE49-F238E27FC236}">
              <a16:creationId xmlns:a16="http://schemas.microsoft.com/office/drawing/2014/main" id="{0594C631-D8EE-8B37-703A-7CDC48F05846}"/>
            </a:ext>
          </a:extLst>
        </p:cNvPr>
        <p:cNvGrpSpPr/>
        <p:nvPr/>
      </p:nvGrpSpPr>
      <p:grpSpPr>
        <a:xfrm>
          <a:off x="0" y="0"/>
          <a:ext cx="0" cy="0"/>
          <a:chOff x="0" y="0"/>
          <a:chExt cx="0" cy="0"/>
        </a:xfrm>
      </p:grpSpPr>
      <p:sp>
        <p:nvSpPr>
          <p:cNvPr id="303" name="Google Shape;303;p4:notes">
            <a:extLst>
              <a:ext uri="{FF2B5EF4-FFF2-40B4-BE49-F238E27FC236}">
                <a16:creationId xmlns:a16="http://schemas.microsoft.com/office/drawing/2014/main" id="{5B4A1758-EA3A-C6AF-79ED-F702A03BF75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4" name="Google Shape;304;p4:notes">
            <a:extLst>
              <a:ext uri="{FF2B5EF4-FFF2-40B4-BE49-F238E27FC236}">
                <a16:creationId xmlns:a16="http://schemas.microsoft.com/office/drawing/2014/main" id="{D0731B6C-D0D8-D431-0288-FC7D34626D9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756061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a:extLst>
            <a:ext uri="{FF2B5EF4-FFF2-40B4-BE49-F238E27FC236}">
              <a16:creationId xmlns:a16="http://schemas.microsoft.com/office/drawing/2014/main" id="{2F2CE0A1-C6D6-1EC0-71D9-2C90163A0B9D}"/>
            </a:ext>
          </a:extLst>
        </p:cNvPr>
        <p:cNvGrpSpPr/>
        <p:nvPr/>
      </p:nvGrpSpPr>
      <p:grpSpPr>
        <a:xfrm>
          <a:off x="0" y="0"/>
          <a:ext cx="0" cy="0"/>
          <a:chOff x="0" y="0"/>
          <a:chExt cx="0" cy="0"/>
        </a:xfrm>
      </p:grpSpPr>
      <p:sp>
        <p:nvSpPr>
          <p:cNvPr id="303" name="Google Shape;303;p4:notes">
            <a:extLst>
              <a:ext uri="{FF2B5EF4-FFF2-40B4-BE49-F238E27FC236}">
                <a16:creationId xmlns:a16="http://schemas.microsoft.com/office/drawing/2014/main" id="{EE9CF48B-D468-3956-A149-E3B2EBEA776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4" name="Google Shape;304;p4:notes">
            <a:extLst>
              <a:ext uri="{FF2B5EF4-FFF2-40B4-BE49-F238E27FC236}">
                <a16:creationId xmlns:a16="http://schemas.microsoft.com/office/drawing/2014/main" id="{418C8554-17FF-2050-B7D0-017B664143D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73034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solidFill>
          <a:schemeClr val="lt1"/>
        </a:solidFill>
        <a:effectLst/>
      </p:bgPr>
    </p:bg>
    <p:spTree>
      <p:nvGrpSpPr>
        <p:cNvPr id="1" name="Shape 23"/>
        <p:cNvGrpSpPr/>
        <p:nvPr/>
      </p:nvGrpSpPr>
      <p:grpSpPr>
        <a:xfrm>
          <a:off x="0" y="0"/>
          <a:ext cx="0" cy="0"/>
          <a:chOff x="0" y="0"/>
          <a:chExt cx="0" cy="0"/>
        </a:xfrm>
      </p:grpSpPr>
      <p:sp>
        <p:nvSpPr>
          <p:cNvPr id="24" name="Google Shape;24;p20"/>
          <p:cNvSpPr txBox="1"/>
          <p:nvPr/>
        </p:nvSpPr>
        <p:spPr>
          <a:xfrm>
            <a:off x="393292" y="6503363"/>
            <a:ext cx="762000" cy="23083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900" b="0" i="0" u="none" strike="noStrike" kern="0" cap="none" spc="0" normalizeH="0" baseline="0" noProof="0">
                <a:ln>
                  <a:noFill/>
                </a:ln>
                <a:solidFill>
                  <a:srgbClr val="595959"/>
                </a:solidFill>
                <a:effectLst/>
                <a:uLnTx/>
                <a:uFillTx/>
                <a:latin typeface="Trebuchet MS"/>
                <a:ea typeface="Trebuchet MS"/>
                <a:cs typeface="Trebuchet MS"/>
                <a:sym typeface="Trebuchet MS"/>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100" b="0" i="0" u="none" strike="noStrike" kern="0" cap="none" spc="0" normalizeH="0" baseline="0" noProof="0">
              <a:ln>
                <a:noFill/>
              </a:ln>
              <a:solidFill>
                <a:srgbClr val="595959"/>
              </a:solidFill>
              <a:effectLst/>
              <a:uLnTx/>
              <a:uFillTx/>
              <a:latin typeface="Trebuchet MS"/>
              <a:ea typeface="Trebuchet MS"/>
              <a:cs typeface="Trebuchet MS"/>
              <a:sym typeface="Trebuchet MS"/>
            </a:endParaRPr>
          </a:p>
        </p:txBody>
      </p:sp>
      <p:sp>
        <p:nvSpPr>
          <p:cNvPr id="25" name="Google Shape;25;p20"/>
          <p:cNvSpPr txBox="1">
            <a:spLocks noGrp="1"/>
          </p:cNvSpPr>
          <p:nvPr>
            <p:ph type="body" idx="1"/>
          </p:nvPr>
        </p:nvSpPr>
        <p:spPr>
          <a:xfrm>
            <a:off x="341298" y="199404"/>
            <a:ext cx="11407790" cy="424691"/>
          </a:xfrm>
          <a:prstGeom prst="rect">
            <a:avLst/>
          </a:prstGeom>
          <a:noFill/>
          <a:ln>
            <a:noFill/>
          </a:ln>
        </p:spPr>
        <p:txBody>
          <a:bodyPr spcFirstLastPara="1" wrap="square" lIns="91425" tIns="45700" rIns="91425" bIns="45700" anchor="t" anchorCtr="0">
            <a:spAutoFit/>
          </a:bodyPr>
          <a:lstStyle>
            <a:lvl1pPr marL="0" marR="0" lvl="0" indent="0" algn="l" rtl="0">
              <a:lnSpc>
                <a:spcPct val="90000"/>
              </a:lnSpc>
              <a:spcBef>
                <a:spcPts val="0"/>
              </a:spcBef>
              <a:spcAft>
                <a:spcPts val="0"/>
              </a:spcAft>
              <a:buClr>
                <a:srgbClr val="284181"/>
              </a:buClr>
              <a:buSzPts val="2800"/>
              <a:buFont typeface="Arial"/>
              <a:buNone/>
              <a:defRPr sz="2400" b="1" i="0" u="none" strike="noStrike" cap="none">
                <a:solidFill>
                  <a:srgbClr val="284181"/>
                </a:solidFill>
                <a:latin typeface="Trebuchet MS"/>
                <a:ea typeface="Trebuchet MS"/>
                <a:cs typeface="Trebuchet MS"/>
                <a:sym typeface="Trebuchet M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Trebuchet MS"/>
                <a:ea typeface="Trebuchet MS"/>
                <a:cs typeface="Trebuchet MS"/>
                <a:sym typeface="Trebuchet MS"/>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Trebuchet MS"/>
                <a:ea typeface="Trebuchet MS"/>
                <a:cs typeface="Trebuchet MS"/>
                <a:sym typeface="Trebuchet M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9pPr>
          </a:lstStyle>
          <a:p>
            <a:endParaRPr/>
          </a:p>
        </p:txBody>
      </p:sp>
      <p:sp>
        <p:nvSpPr>
          <p:cNvPr id="26" name="Google Shape;26;p20"/>
          <p:cNvSpPr txBox="1"/>
          <p:nvPr/>
        </p:nvSpPr>
        <p:spPr>
          <a:xfrm>
            <a:off x="3446860" y="6531062"/>
            <a:ext cx="5298281" cy="203133"/>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90000"/>
              </a:lnSpc>
              <a:spcBef>
                <a:spcPts val="0"/>
              </a:spcBef>
              <a:spcAft>
                <a:spcPts val="0"/>
              </a:spcAft>
              <a:buClr>
                <a:srgbClr val="595959"/>
              </a:buClr>
              <a:buSzPts val="800"/>
              <a:buFont typeface="Arial"/>
              <a:buNone/>
              <a:tabLst/>
              <a:defRPr/>
            </a:pPr>
            <a:r>
              <a:rPr kumimoji="0" lang="en-US" sz="800" b="0" i="0" u="none" strike="noStrike" kern="0" cap="none" spc="0" normalizeH="0" baseline="0" noProof="0">
                <a:ln>
                  <a:noFill/>
                </a:ln>
                <a:solidFill>
                  <a:srgbClr val="595959"/>
                </a:solidFill>
                <a:effectLst/>
                <a:uLnTx/>
                <a:uFillTx/>
                <a:latin typeface="Trebuchet MS"/>
                <a:ea typeface="Trebuchet MS"/>
                <a:cs typeface="Trebuchet MS"/>
                <a:sym typeface="Trebuchet MS"/>
              </a:rPr>
              <a:t> All rights reserved. This document is proprietary and confidential.</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 name="Google Shape;27;p20"/>
          <p:cNvSpPr txBox="1">
            <a:spLocks noGrp="1"/>
          </p:cNvSpPr>
          <p:nvPr>
            <p:ph type="body" idx="2"/>
          </p:nvPr>
        </p:nvSpPr>
        <p:spPr>
          <a:xfrm>
            <a:off x="344740" y="751703"/>
            <a:ext cx="11404348" cy="313892"/>
          </a:xfrm>
          <a:prstGeom prst="rect">
            <a:avLst/>
          </a:prstGeom>
          <a:noFill/>
          <a:ln>
            <a:noFill/>
          </a:ln>
        </p:spPr>
        <p:txBody>
          <a:bodyPr spcFirstLastPara="1" wrap="square" lIns="91425" tIns="45700" rIns="91425" bIns="45700" anchor="t" anchorCtr="0">
            <a:spAutoFit/>
          </a:bodyPr>
          <a:lstStyle>
            <a:lvl1pPr marL="0" marR="0" lvl="0" indent="0" algn="l" rtl="0">
              <a:lnSpc>
                <a:spcPct val="90000"/>
              </a:lnSpc>
              <a:spcBef>
                <a:spcPts val="0"/>
              </a:spcBef>
              <a:spcAft>
                <a:spcPts val="0"/>
              </a:spcAft>
              <a:buClr>
                <a:srgbClr val="00BFDF"/>
              </a:buClr>
              <a:buSzPts val="1800"/>
              <a:buFont typeface="Arial"/>
              <a:buNone/>
              <a:defRPr sz="1600" b="1" i="0" u="none" strike="noStrike" cap="none">
                <a:solidFill>
                  <a:srgbClr val="00BFDF"/>
                </a:solidFill>
                <a:latin typeface="Trebuchet MS"/>
                <a:ea typeface="Trebuchet MS"/>
                <a:cs typeface="Trebuchet MS"/>
                <a:sym typeface="Trebuchet M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Trebuchet MS"/>
                <a:ea typeface="Trebuchet MS"/>
                <a:cs typeface="Trebuchet MS"/>
                <a:sym typeface="Trebuchet MS"/>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Trebuchet MS"/>
                <a:ea typeface="Trebuchet MS"/>
                <a:cs typeface="Trebuchet MS"/>
                <a:sym typeface="Trebuchet M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9pPr>
          </a:lstStyle>
          <a:p>
            <a:endParaRPr/>
          </a:p>
        </p:txBody>
      </p:sp>
      <p:sp>
        <p:nvSpPr>
          <p:cNvPr id="28" name="Google Shape;28;p20"/>
          <p:cNvSpPr txBox="1">
            <a:spLocks noGrp="1"/>
          </p:cNvSpPr>
          <p:nvPr>
            <p:ph type="body" idx="3"/>
          </p:nvPr>
        </p:nvSpPr>
        <p:spPr>
          <a:xfrm>
            <a:off x="341313" y="1238250"/>
            <a:ext cx="11407775" cy="4849813"/>
          </a:xfrm>
          <a:prstGeom prst="rect">
            <a:avLst/>
          </a:prstGeom>
          <a:noFill/>
          <a:ln>
            <a:noFill/>
          </a:ln>
        </p:spPr>
        <p:txBody>
          <a:bodyPr spcFirstLastPara="1" wrap="square" lIns="91425" tIns="45700" rIns="91425" bIns="45700" anchor="t" anchorCtr="0">
            <a:noAutofit/>
          </a:bodyPr>
          <a:lstStyle>
            <a:lvl1pPr marL="457200" marR="0" lvl="0" indent="-355600" algn="l" rtl="0">
              <a:lnSpc>
                <a:spcPct val="90000"/>
              </a:lnSpc>
              <a:spcBef>
                <a:spcPts val="1000"/>
              </a:spcBef>
              <a:spcAft>
                <a:spcPts val="0"/>
              </a:spcAft>
              <a:buClr>
                <a:srgbClr val="5A5A5A"/>
              </a:buClr>
              <a:buSzPts val="2000"/>
              <a:buFont typeface="Arial"/>
              <a:buChar char="•"/>
              <a:defRPr sz="2000" b="0" i="0" u="none" strike="noStrike" cap="none">
                <a:solidFill>
                  <a:srgbClr val="5A5A5A"/>
                </a:solidFill>
                <a:latin typeface="Trebuchet MS"/>
                <a:ea typeface="Trebuchet MS"/>
                <a:cs typeface="Trebuchet MS"/>
                <a:sym typeface="Trebuchet MS"/>
              </a:defRPr>
            </a:lvl1pPr>
            <a:lvl2pPr marL="914400" marR="0" lvl="1" indent="-342900" algn="l" rtl="0">
              <a:lnSpc>
                <a:spcPct val="90000"/>
              </a:lnSpc>
              <a:spcBef>
                <a:spcPts val="500"/>
              </a:spcBef>
              <a:spcAft>
                <a:spcPts val="0"/>
              </a:spcAft>
              <a:buClr>
                <a:srgbClr val="5A5A5A"/>
              </a:buClr>
              <a:buSzPts val="1800"/>
              <a:buFont typeface="Arial"/>
              <a:buChar char="•"/>
              <a:defRPr sz="1800" b="0" i="0" u="none" strike="noStrike" cap="none">
                <a:solidFill>
                  <a:srgbClr val="5A5A5A"/>
                </a:solidFill>
                <a:latin typeface="Trebuchet MS"/>
                <a:ea typeface="Trebuchet MS"/>
                <a:cs typeface="Trebuchet MS"/>
                <a:sym typeface="Trebuchet MS"/>
              </a:defRPr>
            </a:lvl2pPr>
            <a:lvl3pPr marL="1371600" marR="0" lvl="2" indent="-330200" algn="l" rtl="0">
              <a:lnSpc>
                <a:spcPct val="90000"/>
              </a:lnSpc>
              <a:spcBef>
                <a:spcPts val="500"/>
              </a:spcBef>
              <a:spcAft>
                <a:spcPts val="0"/>
              </a:spcAft>
              <a:buClr>
                <a:srgbClr val="5A5A5A"/>
              </a:buClr>
              <a:buSzPts val="1600"/>
              <a:buFont typeface="Courier New"/>
              <a:buChar char="o"/>
              <a:defRPr sz="1600" b="0" i="0" u="none" strike="noStrike" cap="none">
                <a:solidFill>
                  <a:srgbClr val="5A5A5A"/>
                </a:solidFill>
                <a:latin typeface="Trebuchet MS"/>
                <a:ea typeface="Trebuchet MS"/>
                <a:cs typeface="Trebuchet MS"/>
                <a:sym typeface="Trebuchet MS"/>
              </a:defRPr>
            </a:lvl3pPr>
            <a:lvl4pPr marL="1828800" marR="0" lvl="3" indent="-317500" algn="l" rtl="0">
              <a:lnSpc>
                <a:spcPct val="90000"/>
              </a:lnSpc>
              <a:spcBef>
                <a:spcPts val="500"/>
              </a:spcBef>
              <a:spcAft>
                <a:spcPts val="0"/>
              </a:spcAft>
              <a:buClr>
                <a:srgbClr val="5A5A5A"/>
              </a:buClr>
              <a:buSzPts val="1400"/>
              <a:buFont typeface="Noto Sans Symbols"/>
              <a:buChar char="▪"/>
              <a:defRPr sz="1400" b="0" i="0" u="none" strike="noStrike" cap="none">
                <a:solidFill>
                  <a:srgbClr val="5A5A5A"/>
                </a:solidFill>
                <a:latin typeface="Trebuchet MS"/>
                <a:ea typeface="Trebuchet MS"/>
                <a:cs typeface="Trebuchet MS"/>
                <a:sym typeface="Trebuchet MS"/>
              </a:defRPr>
            </a:lvl4pPr>
            <a:lvl5pPr marL="2286000" marR="0" lvl="4" indent="-228600" algn="l" rtl="0">
              <a:lnSpc>
                <a:spcPct val="90000"/>
              </a:lnSpc>
              <a:spcBef>
                <a:spcPts val="500"/>
              </a:spcBef>
              <a:spcAft>
                <a:spcPts val="0"/>
              </a:spcAft>
              <a:buClr>
                <a:srgbClr val="5A5A5A"/>
              </a:buClr>
              <a:buSzPts val="1400"/>
              <a:buFont typeface="Arial"/>
              <a:buNone/>
              <a:defRPr sz="1400" b="0" i="0" u="none" strike="noStrike" cap="none">
                <a:solidFill>
                  <a:srgbClr val="5A5A5A"/>
                </a:solidFill>
                <a:latin typeface="Trebuchet MS"/>
                <a:ea typeface="Trebuchet MS"/>
                <a:cs typeface="Trebuchet MS"/>
                <a:sym typeface="Trebuchet M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9pPr>
          </a:lstStyle>
          <a:p>
            <a:endParaRPr/>
          </a:p>
        </p:txBody>
      </p:sp>
    </p:spTree>
    <p:extLst>
      <p:ext uri="{BB962C8B-B14F-4D97-AF65-F5344CB8AC3E}">
        <p14:creationId xmlns:p14="http://schemas.microsoft.com/office/powerpoint/2010/main" val="2256178255"/>
      </p:ext>
    </p:extLst>
  </p:cSld>
  <p:clrMapOvr>
    <a:masterClrMapping/>
  </p:clrMapOvr>
  <p:extLst>
    <p:ext uri="{DCECCB84-F9BA-43D5-87BE-67443E8EF086}">
      <p15:sldGuideLst xmlns:p15="http://schemas.microsoft.com/office/powerpoint/2012/main">
        <p15:guide id="1" orient="horz" pos="459">
          <p15:clr>
            <a:srgbClr val="FBAE40"/>
          </p15:clr>
        </p15:guide>
        <p15:guide id="2" pos="279">
          <p15:clr>
            <a:srgbClr val="FBAE40"/>
          </p15:clr>
        </p15:guide>
        <p15:guide id="3" pos="740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1"/>
      </p:bgRef>
    </p:bg>
    <p:spTree>
      <p:nvGrpSpPr>
        <p:cNvPr id="1" name=""/>
        <p:cNvGrpSpPr/>
        <p:nvPr/>
      </p:nvGrpSpPr>
      <p:grpSpPr>
        <a:xfrm>
          <a:off x="0" y="0"/>
          <a:ext cx="0" cy="0"/>
          <a:chOff x="0" y="0"/>
          <a:chExt cx="0" cy="0"/>
        </a:xfrm>
      </p:grpSpPr>
      <p:sp>
        <p:nvSpPr>
          <p:cNvPr id="8" name="TextBox 7"/>
          <p:cNvSpPr txBox="1"/>
          <p:nvPr userDrawn="1"/>
        </p:nvSpPr>
        <p:spPr>
          <a:xfrm>
            <a:off x="393292" y="6503363"/>
            <a:ext cx="762000" cy="230832"/>
          </a:xfrm>
          <a:prstGeom prst="rect">
            <a:avLst/>
          </a:prstGeom>
          <a:noFill/>
        </p:spPr>
        <p:txBody>
          <a:bodyPr wrap="square" rtlCol="0">
            <a:spAutoFit/>
          </a:bodyPr>
          <a:lstStyle/>
          <a:p>
            <a:pPr algn="l"/>
            <a:fld id="{FA878D66-4994-4E3C-95EE-D671EA77144D}" type="slidenum">
              <a:rPr lang="en-IN" sz="900" b="0" i="0" smtClean="0">
                <a:solidFill>
                  <a:schemeClr val="tx1"/>
                </a:solidFill>
                <a:latin typeface="Trebuchet MS" charset="0"/>
                <a:ea typeface="Trebuchet MS" charset="0"/>
                <a:cs typeface="Trebuchet MS" charset="0"/>
              </a:rPr>
              <a:pPr algn="l"/>
              <a:t>‹#›</a:t>
            </a:fld>
            <a:endParaRPr lang="en-IN" sz="1100" b="0" i="0">
              <a:solidFill>
                <a:schemeClr val="tx1"/>
              </a:solidFill>
              <a:latin typeface="Trebuchet MS" charset="0"/>
              <a:ea typeface="Trebuchet MS" charset="0"/>
              <a:cs typeface="Trebuchet MS" charset="0"/>
            </a:endParaRPr>
          </a:p>
        </p:txBody>
      </p:sp>
      <p:sp>
        <p:nvSpPr>
          <p:cNvPr id="5" name="Content Placeholder 4">
            <a:extLst>
              <a:ext uri="{FF2B5EF4-FFF2-40B4-BE49-F238E27FC236}">
                <a16:creationId xmlns:a16="http://schemas.microsoft.com/office/drawing/2014/main" id="{1C24754E-06B6-DF45-B724-6D10725254B2}"/>
              </a:ext>
            </a:extLst>
          </p:cNvPr>
          <p:cNvSpPr>
            <a:spLocks noGrp="1"/>
          </p:cNvSpPr>
          <p:nvPr>
            <p:ph sz="quarter" idx="10"/>
          </p:nvPr>
        </p:nvSpPr>
        <p:spPr>
          <a:xfrm>
            <a:off x="341298" y="199404"/>
            <a:ext cx="11407790" cy="480131"/>
          </a:xfrm>
          <a:prstGeom prst="rect">
            <a:avLst/>
          </a:prstGeom>
          <a:noFill/>
        </p:spPr>
        <p:txBody>
          <a:bodyPr wrap="square" rtlCol="0">
            <a:spAutoFit/>
          </a:bodyPr>
          <a:lstStyle>
            <a:lvl1pPr marL="0" indent="0">
              <a:buNone/>
              <a:defRPr lang="en-US" b="1" dirty="0" smtClean="0">
                <a:solidFill>
                  <a:srgbClr val="284181"/>
                </a:solidFill>
                <a:latin typeface="Trebuchet MS" charset="0"/>
                <a:ea typeface="Trebuchet MS" charset="0"/>
                <a:cs typeface="Trebuchet MS" charset="0"/>
              </a:defRPr>
            </a:lvl1pPr>
          </a:lstStyle>
          <a:p>
            <a:pPr marL="0" lvl="0"/>
            <a:r>
              <a:rPr lang="en-US"/>
              <a:t>Edit Master text styles</a:t>
            </a:r>
          </a:p>
        </p:txBody>
      </p:sp>
      <p:sp>
        <p:nvSpPr>
          <p:cNvPr id="10" name="Subtitle 2">
            <a:extLst>
              <a:ext uri="{FF2B5EF4-FFF2-40B4-BE49-F238E27FC236}">
                <a16:creationId xmlns:a16="http://schemas.microsoft.com/office/drawing/2014/main" id="{BBEF264F-6047-A542-B6D1-CEB4D21FD9AE}"/>
              </a:ext>
            </a:extLst>
          </p:cNvPr>
          <p:cNvSpPr txBox="1">
            <a:spLocks/>
          </p:cNvSpPr>
          <p:nvPr userDrawn="1"/>
        </p:nvSpPr>
        <p:spPr>
          <a:xfrm>
            <a:off x="3446860" y="6531062"/>
            <a:ext cx="5298281" cy="203133"/>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Helvetica" charset="0"/>
                <a:ea typeface="Helvetica" charset="0"/>
                <a:cs typeface="Helvetica"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Helvetica" charset="0"/>
                <a:ea typeface="Helvetica" charset="0"/>
                <a:cs typeface="Helvetica" charset="0"/>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Font typeface="Arial"/>
              <a:buNone/>
            </a:pPr>
            <a:r>
              <a:rPr lang="en-US" sz="800">
                <a:solidFill>
                  <a:schemeClr val="tx1"/>
                </a:solidFill>
                <a:latin typeface="Trebuchet MS" panose="020B0703020202090204" pitchFamily="34" charset="0"/>
                <a:ea typeface="Helvetica" charset="0"/>
                <a:cs typeface="Helvetica" charset="0"/>
              </a:rPr>
              <a:t> All rights reserved. This document is proprietary and confidential.</a:t>
            </a:r>
          </a:p>
        </p:txBody>
      </p:sp>
      <p:sp>
        <p:nvSpPr>
          <p:cNvPr id="13" name="Content Placeholder 5">
            <a:extLst>
              <a:ext uri="{FF2B5EF4-FFF2-40B4-BE49-F238E27FC236}">
                <a16:creationId xmlns:a16="http://schemas.microsoft.com/office/drawing/2014/main" id="{791F8EAB-1DDD-FA41-BDA2-8653A1CEEB12}"/>
              </a:ext>
            </a:extLst>
          </p:cNvPr>
          <p:cNvSpPr>
            <a:spLocks noGrp="1"/>
          </p:cNvSpPr>
          <p:nvPr>
            <p:ph sz="quarter" idx="12"/>
          </p:nvPr>
        </p:nvSpPr>
        <p:spPr>
          <a:xfrm>
            <a:off x="341313" y="751704"/>
            <a:ext cx="11407775" cy="5336360"/>
          </a:xfrm>
          <a:prstGeom prst="rect">
            <a:avLst/>
          </a:prstGeom>
        </p:spPr>
        <p:txBody>
          <a:bodyPr/>
          <a:lstStyle>
            <a:lvl1pPr marL="11112" indent="0">
              <a:buFont typeface="Arial" panose="020B0604020202020204" pitchFamily="34" charset="0"/>
              <a:buNone/>
              <a:tabLst/>
              <a:defRPr sz="1800">
                <a:solidFill>
                  <a:srgbClr val="5A5A5A"/>
                </a:solidFill>
              </a:defRPr>
            </a:lvl1pPr>
            <a:lvl2pPr>
              <a:defRPr sz="1600">
                <a:solidFill>
                  <a:srgbClr val="5A5A5A"/>
                </a:solidFill>
              </a:defRPr>
            </a:lvl2pPr>
            <a:lvl3pPr marL="1143000" indent="-228600">
              <a:buFont typeface="Courier New" panose="02070309020205020404" pitchFamily="49" charset="0"/>
              <a:buChar char="o"/>
              <a:defRPr sz="1400">
                <a:solidFill>
                  <a:srgbClr val="5A5A5A"/>
                </a:solidFill>
              </a:defRPr>
            </a:lvl3pPr>
            <a:lvl4pPr marL="1600200" indent="-228600">
              <a:buFont typeface="Wingdings" pitchFamily="2" charset="2"/>
              <a:buChar char="§"/>
              <a:defRPr sz="1200">
                <a:solidFill>
                  <a:srgbClr val="5A5A5A"/>
                </a:solidFill>
              </a:defRPr>
            </a:lvl4pPr>
            <a:lvl5pPr marL="1828800" indent="0">
              <a:buNone/>
              <a:defRPr sz="1400">
                <a:solidFill>
                  <a:srgbClr val="5A5A5A"/>
                </a:solidFill>
              </a:defRPr>
            </a:lvl5pPr>
          </a:lstStyle>
          <a:p>
            <a:pPr lvl="0"/>
            <a:r>
              <a:rPr lang="en-US"/>
              <a:t>Edit Master text styles</a:t>
            </a:r>
          </a:p>
        </p:txBody>
      </p:sp>
    </p:spTree>
    <p:extLst>
      <p:ext uri="{BB962C8B-B14F-4D97-AF65-F5344CB8AC3E}">
        <p14:creationId xmlns:p14="http://schemas.microsoft.com/office/powerpoint/2010/main" val="427381661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79">
          <p15:clr>
            <a:srgbClr val="FBAE40"/>
          </p15:clr>
        </p15:guide>
        <p15:guide id="3" pos="740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bg>
      <p:bgRef idx="1001">
        <a:schemeClr val="bg1"/>
      </p:bgRef>
    </p:bg>
    <p:spTree>
      <p:nvGrpSpPr>
        <p:cNvPr id="1" name=""/>
        <p:cNvGrpSpPr/>
        <p:nvPr/>
      </p:nvGrpSpPr>
      <p:grpSpPr>
        <a:xfrm>
          <a:off x="0" y="0"/>
          <a:ext cx="0" cy="0"/>
          <a:chOff x="0" y="0"/>
          <a:chExt cx="0" cy="0"/>
        </a:xfrm>
      </p:grpSpPr>
      <p:sp>
        <p:nvSpPr>
          <p:cNvPr id="8" name="TextBox 7"/>
          <p:cNvSpPr txBox="1"/>
          <p:nvPr userDrawn="1"/>
        </p:nvSpPr>
        <p:spPr>
          <a:xfrm>
            <a:off x="393292" y="6503363"/>
            <a:ext cx="762000" cy="230832"/>
          </a:xfrm>
          <a:prstGeom prst="rect">
            <a:avLst/>
          </a:prstGeom>
          <a:noFill/>
        </p:spPr>
        <p:txBody>
          <a:bodyPr wrap="square" rtlCol="0">
            <a:spAutoFit/>
          </a:bodyPr>
          <a:lstStyle/>
          <a:p>
            <a:pPr algn="l"/>
            <a:fld id="{FA878D66-4994-4E3C-95EE-D671EA77144D}" type="slidenum">
              <a:rPr lang="en-IN" sz="900" b="0" i="0" smtClean="0">
                <a:solidFill>
                  <a:schemeClr val="tx1"/>
                </a:solidFill>
                <a:latin typeface="Trebuchet MS" charset="0"/>
                <a:ea typeface="Trebuchet MS" charset="0"/>
                <a:cs typeface="Trebuchet MS" charset="0"/>
              </a:rPr>
              <a:pPr algn="l"/>
              <a:t>‹#›</a:t>
            </a:fld>
            <a:endParaRPr lang="en-IN" sz="1100" b="0" i="0">
              <a:solidFill>
                <a:schemeClr val="tx1"/>
              </a:solidFill>
              <a:latin typeface="Trebuchet MS" charset="0"/>
              <a:ea typeface="Trebuchet MS" charset="0"/>
              <a:cs typeface="Trebuchet MS" charset="0"/>
            </a:endParaRPr>
          </a:p>
        </p:txBody>
      </p:sp>
      <p:sp>
        <p:nvSpPr>
          <p:cNvPr id="5" name="Content Placeholder 4">
            <a:extLst>
              <a:ext uri="{FF2B5EF4-FFF2-40B4-BE49-F238E27FC236}">
                <a16:creationId xmlns:a16="http://schemas.microsoft.com/office/drawing/2014/main" id="{1C24754E-06B6-DF45-B724-6D10725254B2}"/>
              </a:ext>
            </a:extLst>
          </p:cNvPr>
          <p:cNvSpPr>
            <a:spLocks noGrp="1"/>
          </p:cNvSpPr>
          <p:nvPr>
            <p:ph sz="quarter" idx="10"/>
          </p:nvPr>
        </p:nvSpPr>
        <p:spPr>
          <a:xfrm>
            <a:off x="341298" y="199404"/>
            <a:ext cx="11407790" cy="480131"/>
          </a:xfrm>
          <a:prstGeom prst="rect">
            <a:avLst/>
          </a:prstGeom>
          <a:noFill/>
        </p:spPr>
        <p:txBody>
          <a:bodyPr wrap="square" rtlCol="0">
            <a:spAutoFit/>
          </a:bodyPr>
          <a:lstStyle>
            <a:lvl1pPr marL="0" indent="0">
              <a:buNone/>
              <a:defRPr lang="en-US" b="1" dirty="0" smtClean="0">
                <a:solidFill>
                  <a:srgbClr val="284181"/>
                </a:solidFill>
                <a:latin typeface="Trebuchet MS" charset="0"/>
                <a:ea typeface="Trebuchet MS" charset="0"/>
                <a:cs typeface="Trebuchet MS" charset="0"/>
              </a:defRPr>
            </a:lvl1pPr>
          </a:lstStyle>
          <a:p>
            <a:pPr marL="0" lvl="0"/>
            <a:r>
              <a:rPr lang="en-US"/>
              <a:t>Edit Master text styles</a:t>
            </a:r>
          </a:p>
        </p:txBody>
      </p:sp>
      <p:sp>
        <p:nvSpPr>
          <p:cNvPr id="10" name="Subtitle 2">
            <a:extLst>
              <a:ext uri="{FF2B5EF4-FFF2-40B4-BE49-F238E27FC236}">
                <a16:creationId xmlns:a16="http://schemas.microsoft.com/office/drawing/2014/main" id="{BBEF264F-6047-A542-B6D1-CEB4D21FD9AE}"/>
              </a:ext>
            </a:extLst>
          </p:cNvPr>
          <p:cNvSpPr txBox="1">
            <a:spLocks/>
          </p:cNvSpPr>
          <p:nvPr userDrawn="1"/>
        </p:nvSpPr>
        <p:spPr>
          <a:xfrm>
            <a:off x="3446860" y="6531062"/>
            <a:ext cx="5298281" cy="203133"/>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Helvetica" charset="0"/>
                <a:ea typeface="Helvetica" charset="0"/>
                <a:cs typeface="Helvetica"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Helvetica" charset="0"/>
                <a:ea typeface="Helvetica" charset="0"/>
                <a:cs typeface="Helvetica" charset="0"/>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Font typeface="Arial"/>
              <a:buNone/>
            </a:pPr>
            <a:r>
              <a:rPr lang="en-US" sz="800">
                <a:solidFill>
                  <a:schemeClr val="tx1"/>
                </a:solidFill>
                <a:latin typeface="Trebuchet MS" panose="020B0703020202090204" pitchFamily="34" charset="0"/>
                <a:ea typeface="Helvetica" charset="0"/>
                <a:cs typeface="Helvetica" charset="0"/>
              </a:rPr>
              <a:t> All rights reserved. This document is proprietary and confidential.</a:t>
            </a:r>
          </a:p>
        </p:txBody>
      </p:sp>
      <p:sp>
        <p:nvSpPr>
          <p:cNvPr id="11" name="Content Placeholder 10">
            <a:extLst>
              <a:ext uri="{FF2B5EF4-FFF2-40B4-BE49-F238E27FC236}">
                <a16:creationId xmlns:a16="http://schemas.microsoft.com/office/drawing/2014/main" id="{43ADAD32-0C29-E44F-8D49-337F6008D96C}"/>
              </a:ext>
            </a:extLst>
          </p:cNvPr>
          <p:cNvSpPr>
            <a:spLocks noGrp="1"/>
          </p:cNvSpPr>
          <p:nvPr>
            <p:ph sz="quarter" idx="11"/>
          </p:nvPr>
        </p:nvSpPr>
        <p:spPr>
          <a:xfrm>
            <a:off x="344740" y="751703"/>
            <a:ext cx="11404348" cy="341632"/>
          </a:xfrm>
          <a:prstGeom prst="rect">
            <a:avLst/>
          </a:prstGeom>
          <a:noFill/>
        </p:spPr>
        <p:txBody>
          <a:bodyPr wrap="square" rtlCol="0">
            <a:spAutoFit/>
          </a:bodyPr>
          <a:lstStyle>
            <a:lvl1pPr marL="0" indent="0">
              <a:buNone/>
              <a:defRPr lang="en-US" sz="1800" b="1" dirty="0" smtClean="0">
                <a:solidFill>
                  <a:srgbClr val="00BFDF"/>
                </a:solidFill>
                <a:latin typeface="Trebuchet MS" charset="0"/>
                <a:ea typeface="Trebuchet MS" charset="0"/>
                <a:cs typeface="Trebuchet MS" charset="0"/>
              </a:defRPr>
            </a:lvl1pPr>
          </a:lstStyle>
          <a:p>
            <a:pPr marL="0" lvl="0"/>
            <a:r>
              <a:rPr lang="en-US"/>
              <a:t>Edit Master text styles</a:t>
            </a:r>
          </a:p>
        </p:txBody>
      </p:sp>
      <p:sp>
        <p:nvSpPr>
          <p:cNvPr id="6" name="Content Placeholder 5">
            <a:extLst>
              <a:ext uri="{FF2B5EF4-FFF2-40B4-BE49-F238E27FC236}">
                <a16:creationId xmlns:a16="http://schemas.microsoft.com/office/drawing/2014/main" id="{133552A6-C35D-7D4F-8D23-8B8D7DF31819}"/>
              </a:ext>
            </a:extLst>
          </p:cNvPr>
          <p:cNvSpPr>
            <a:spLocks noGrp="1"/>
          </p:cNvSpPr>
          <p:nvPr>
            <p:ph sz="quarter" idx="12"/>
          </p:nvPr>
        </p:nvSpPr>
        <p:spPr>
          <a:xfrm>
            <a:off x="341313" y="1238250"/>
            <a:ext cx="11407775" cy="4849813"/>
          </a:xfrm>
          <a:prstGeom prst="rect">
            <a:avLst/>
          </a:prstGeom>
        </p:spPr>
        <p:txBody>
          <a:bodyPr/>
          <a:lstStyle>
            <a:lvl1pPr marL="314325" indent="-303213">
              <a:buFontTx/>
              <a:buBlip>
                <a:blip r:embed="rId2"/>
              </a:buBlip>
              <a:tabLst/>
              <a:defRPr sz="2000">
                <a:solidFill>
                  <a:srgbClr val="5A5A5A"/>
                </a:solidFill>
              </a:defRPr>
            </a:lvl1pPr>
            <a:lvl2pPr>
              <a:defRPr sz="1800">
                <a:solidFill>
                  <a:srgbClr val="5A5A5A"/>
                </a:solidFill>
              </a:defRPr>
            </a:lvl2pPr>
            <a:lvl3pPr marL="1143000" indent="-228600">
              <a:buFont typeface="Courier New" panose="02070309020205020404" pitchFamily="49" charset="0"/>
              <a:buChar char="o"/>
              <a:defRPr sz="1600">
                <a:solidFill>
                  <a:srgbClr val="5A5A5A"/>
                </a:solidFill>
              </a:defRPr>
            </a:lvl3pPr>
            <a:lvl4pPr marL="1600200" indent="-228600">
              <a:buFont typeface="Wingdings" pitchFamily="2" charset="2"/>
              <a:buChar char="§"/>
              <a:defRPr sz="1400">
                <a:solidFill>
                  <a:srgbClr val="5A5A5A"/>
                </a:solidFill>
              </a:defRPr>
            </a:lvl4pPr>
            <a:lvl5pPr marL="1828800" indent="0">
              <a:buNone/>
              <a:defRPr sz="1400">
                <a:solidFill>
                  <a:srgbClr val="5A5A5A"/>
                </a:solidFill>
              </a:defRPr>
            </a:lvl5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8411335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459">
          <p15:clr>
            <a:srgbClr val="FBAE40"/>
          </p15:clr>
        </p15:guide>
        <p15:guide id="2" pos="279">
          <p15:clr>
            <a:srgbClr val="FBAE40"/>
          </p15:clr>
        </p15:guide>
        <p15:guide id="3" pos="740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Slide">
    <p:bg>
      <p:bgRef idx="1001">
        <a:schemeClr val="bg1"/>
      </p:bgRef>
    </p:bg>
    <p:spTree>
      <p:nvGrpSpPr>
        <p:cNvPr id="1" name=""/>
        <p:cNvGrpSpPr/>
        <p:nvPr/>
      </p:nvGrpSpPr>
      <p:grpSpPr>
        <a:xfrm>
          <a:off x="0" y="0"/>
          <a:ext cx="0" cy="0"/>
          <a:chOff x="0" y="0"/>
          <a:chExt cx="0" cy="0"/>
        </a:xfrm>
      </p:grpSpPr>
      <p:sp>
        <p:nvSpPr>
          <p:cNvPr id="8" name="TextBox 7"/>
          <p:cNvSpPr txBox="1"/>
          <p:nvPr userDrawn="1"/>
        </p:nvSpPr>
        <p:spPr>
          <a:xfrm>
            <a:off x="393292" y="6503363"/>
            <a:ext cx="762000" cy="230832"/>
          </a:xfrm>
          <a:prstGeom prst="rect">
            <a:avLst/>
          </a:prstGeom>
          <a:noFill/>
        </p:spPr>
        <p:txBody>
          <a:bodyPr wrap="square" rtlCol="0">
            <a:spAutoFit/>
          </a:bodyPr>
          <a:lstStyle/>
          <a:p>
            <a:pPr algn="l"/>
            <a:fld id="{FA878D66-4994-4E3C-95EE-D671EA77144D}" type="slidenum">
              <a:rPr lang="en-IN" sz="900" b="0" i="0" smtClean="0">
                <a:solidFill>
                  <a:schemeClr val="tx1"/>
                </a:solidFill>
                <a:latin typeface="Trebuchet MS" charset="0"/>
                <a:ea typeface="Trebuchet MS" charset="0"/>
                <a:cs typeface="Trebuchet MS" charset="0"/>
              </a:rPr>
              <a:pPr algn="l"/>
              <a:t>‹#›</a:t>
            </a:fld>
            <a:endParaRPr lang="en-IN" sz="1100" b="0" i="0">
              <a:solidFill>
                <a:schemeClr val="tx1"/>
              </a:solidFill>
              <a:latin typeface="Trebuchet MS" charset="0"/>
              <a:ea typeface="Trebuchet MS" charset="0"/>
              <a:cs typeface="Trebuchet MS" charset="0"/>
            </a:endParaRPr>
          </a:p>
        </p:txBody>
      </p:sp>
      <p:sp>
        <p:nvSpPr>
          <p:cNvPr id="5" name="Content Placeholder 4">
            <a:extLst>
              <a:ext uri="{FF2B5EF4-FFF2-40B4-BE49-F238E27FC236}">
                <a16:creationId xmlns:a16="http://schemas.microsoft.com/office/drawing/2014/main" id="{1C24754E-06B6-DF45-B724-6D10725254B2}"/>
              </a:ext>
            </a:extLst>
          </p:cNvPr>
          <p:cNvSpPr>
            <a:spLocks noGrp="1"/>
          </p:cNvSpPr>
          <p:nvPr>
            <p:ph sz="quarter" idx="10"/>
          </p:nvPr>
        </p:nvSpPr>
        <p:spPr>
          <a:xfrm>
            <a:off x="341298" y="199404"/>
            <a:ext cx="11407790" cy="480131"/>
          </a:xfrm>
          <a:prstGeom prst="rect">
            <a:avLst/>
          </a:prstGeom>
          <a:noFill/>
        </p:spPr>
        <p:txBody>
          <a:bodyPr wrap="square" rtlCol="0">
            <a:spAutoFit/>
          </a:bodyPr>
          <a:lstStyle>
            <a:lvl1pPr marL="0" indent="0">
              <a:buNone/>
              <a:defRPr lang="en-US" b="1" dirty="0" smtClean="0">
                <a:solidFill>
                  <a:srgbClr val="284181"/>
                </a:solidFill>
                <a:latin typeface="Trebuchet MS" charset="0"/>
                <a:ea typeface="Trebuchet MS" charset="0"/>
                <a:cs typeface="Trebuchet MS" charset="0"/>
              </a:defRPr>
            </a:lvl1pPr>
          </a:lstStyle>
          <a:p>
            <a:pPr marL="0" lvl="0"/>
            <a:r>
              <a:rPr lang="en-US"/>
              <a:t>Edit Master text styles</a:t>
            </a:r>
          </a:p>
        </p:txBody>
      </p:sp>
      <p:sp>
        <p:nvSpPr>
          <p:cNvPr id="10" name="Subtitle 2">
            <a:extLst>
              <a:ext uri="{FF2B5EF4-FFF2-40B4-BE49-F238E27FC236}">
                <a16:creationId xmlns:a16="http://schemas.microsoft.com/office/drawing/2014/main" id="{BBEF264F-6047-A542-B6D1-CEB4D21FD9AE}"/>
              </a:ext>
            </a:extLst>
          </p:cNvPr>
          <p:cNvSpPr txBox="1">
            <a:spLocks/>
          </p:cNvSpPr>
          <p:nvPr userDrawn="1"/>
        </p:nvSpPr>
        <p:spPr>
          <a:xfrm>
            <a:off x="3446860" y="6531062"/>
            <a:ext cx="5298281" cy="203133"/>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Helvetica" charset="0"/>
                <a:ea typeface="Helvetica" charset="0"/>
                <a:cs typeface="Helvetica"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Helvetica" charset="0"/>
                <a:ea typeface="Helvetica" charset="0"/>
                <a:cs typeface="Helvetica" charset="0"/>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Font typeface="Arial"/>
              <a:buNone/>
            </a:pPr>
            <a:r>
              <a:rPr lang="en-US" sz="800">
                <a:solidFill>
                  <a:schemeClr val="tx1"/>
                </a:solidFill>
                <a:latin typeface="Trebuchet MS" panose="020B0703020202090204" pitchFamily="34" charset="0"/>
                <a:ea typeface="Helvetica" charset="0"/>
                <a:cs typeface="Helvetica" charset="0"/>
              </a:rPr>
              <a:t> All rights reserved. This document is proprietary and confidential.</a:t>
            </a:r>
          </a:p>
        </p:txBody>
      </p:sp>
      <p:sp>
        <p:nvSpPr>
          <p:cNvPr id="6" name="Content Placeholder 5">
            <a:extLst>
              <a:ext uri="{FF2B5EF4-FFF2-40B4-BE49-F238E27FC236}">
                <a16:creationId xmlns:a16="http://schemas.microsoft.com/office/drawing/2014/main" id="{133552A6-C35D-7D4F-8D23-8B8D7DF31819}"/>
              </a:ext>
            </a:extLst>
          </p:cNvPr>
          <p:cNvSpPr>
            <a:spLocks noGrp="1"/>
          </p:cNvSpPr>
          <p:nvPr>
            <p:ph sz="quarter" idx="12"/>
          </p:nvPr>
        </p:nvSpPr>
        <p:spPr>
          <a:xfrm>
            <a:off x="341313" y="751704"/>
            <a:ext cx="11407775" cy="5336360"/>
          </a:xfrm>
          <a:prstGeom prst="rect">
            <a:avLst/>
          </a:prstGeom>
        </p:spPr>
        <p:txBody>
          <a:bodyPr/>
          <a:lstStyle>
            <a:lvl1pPr marL="314325" indent="-303213">
              <a:buFontTx/>
              <a:buBlip>
                <a:blip r:embed="rId2"/>
              </a:buBlip>
              <a:tabLst/>
              <a:defRPr sz="2000">
                <a:solidFill>
                  <a:srgbClr val="5A5A5A"/>
                </a:solidFill>
              </a:defRPr>
            </a:lvl1pPr>
            <a:lvl2pPr>
              <a:defRPr sz="1800">
                <a:solidFill>
                  <a:srgbClr val="5A5A5A"/>
                </a:solidFill>
              </a:defRPr>
            </a:lvl2pPr>
            <a:lvl3pPr marL="1143000" indent="-228600">
              <a:buFont typeface="Courier New" panose="02070309020205020404" pitchFamily="49" charset="0"/>
              <a:buChar char="o"/>
              <a:defRPr sz="1600">
                <a:solidFill>
                  <a:srgbClr val="5A5A5A"/>
                </a:solidFill>
              </a:defRPr>
            </a:lvl3pPr>
            <a:lvl4pPr marL="1600200" indent="-228600">
              <a:buFont typeface="Wingdings" pitchFamily="2" charset="2"/>
              <a:buChar char="§"/>
              <a:defRPr sz="1400">
                <a:solidFill>
                  <a:srgbClr val="5A5A5A"/>
                </a:solidFill>
              </a:defRPr>
            </a:lvl4pPr>
            <a:lvl5pPr marL="1828800" indent="0">
              <a:buNone/>
              <a:defRPr sz="1400">
                <a:solidFill>
                  <a:srgbClr val="5A5A5A"/>
                </a:solidFill>
              </a:defRPr>
            </a:lvl5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74460970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459">
          <p15:clr>
            <a:srgbClr val="FBAE40"/>
          </p15:clr>
        </p15:guide>
        <p15:guide id="2" pos="279">
          <p15:clr>
            <a:srgbClr val="FBAE40"/>
          </p15:clr>
        </p15:guide>
        <p15:guide id="3" pos="740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Slide">
    <p:bg>
      <p:bgRef idx="1001">
        <a:schemeClr val="bg1"/>
      </p:bgRef>
    </p:bg>
    <p:spTree>
      <p:nvGrpSpPr>
        <p:cNvPr id="1" name=""/>
        <p:cNvGrpSpPr/>
        <p:nvPr/>
      </p:nvGrpSpPr>
      <p:grpSpPr>
        <a:xfrm>
          <a:off x="0" y="0"/>
          <a:ext cx="0" cy="0"/>
          <a:chOff x="0" y="0"/>
          <a:chExt cx="0" cy="0"/>
        </a:xfrm>
      </p:grpSpPr>
      <p:sp>
        <p:nvSpPr>
          <p:cNvPr id="8" name="TextBox 7"/>
          <p:cNvSpPr txBox="1"/>
          <p:nvPr userDrawn="1"/>
        </p:nvSpPr>
        <p:spPr>
          <a:xfrm>
            <a:off x="393292" y="6503363"/>
            <a:ext cx="762000" cy="230832"/>
          </a:xfrm>
          <a:prstGeom prst="rect">
            <a:avLst/>
          </a:prstGeom>
          <a:noFill/>
        </p:spPr>
        <p:txBody>
          <a:bodyPr wrap="square" rtlCol="0">
            <a:spAutoFit/>
          </a:bodyPr>
          <a:lstStyle/>
          <a:p>
            <a:pPr algn="l"/>
            <a:fld id="{FA878D66-4994-4E3C-95EE-D671EA77144D}" type="slidenum">
              <a:rPr lang="en-IN" sz="900" b="0" i="0" smtClean="0">
                <a:solidFill>
                  <a:schemeClr val="tx1"/>
                </a:solidFill>
                <a:latin typeface="Trebuchet MS" charset="0"/>
                <a:ea typeface="Trebuchet MS" charset="0"/>
                <a:cs typeface="Trebuchet MS" charset="0"/>
              </a:rPr>
              <a:pPr algn="l"/>
              <a:t>‹#›</a:t>
            </a:fld>
            <a:endParaRPr lang="en-IN" sz="1100" b="0" i="0">
              <a:solidFill>
                <a:schemeClr val="tx1"/>
              </a:solidFill>
              <a:latin typeface="Trebuchet MS" charset="0"/>
              <a:ea typeface="Trebuchet MS" charset="0"/>
              <a:cs typeface="Trebuchet MS" charset="0"/>
            </a:endParaRPr>
          </a:p>
        </p:txBody>
      </p:sp>
      <p:sp>
        <p:nvSpPr>
          <p:cNvPr id="5" name="Content Placeholder 4">
            <a:extLst>
              <a:ext uri="{FF2B5EF4-FFF2-40B4-BE49-F238E27FC236}">
                <a16:creationId xmlns:a16="http://schemas.microsoft.com/office/drawing/2014/main" id="{1C24754E-06B6-DF45-B724-6D10725254B2}"/>
              </a:ext>
            </a:extLst>
          </p:cNvPr>
          <p:cNvSpPr>
            <a:spLocks noGrp="1"/>
          </p:cNvSpPr>
          <p:nvPr>
            <p:ph sz="quarter" idx="10"/>
          </p:nvPr>
        </p:nvSpPr>
        <p:spPr>
          <a:xfrm>
            <a:off x="341298" y="199404"/>
            <a:ext cx="11407790" cy="480131"/>
          </a:xfrm>
          <a:prstGeom prst="rect">
            <a:avLst/>
          </a:prstGeom>
          <a:noFill/>
        </p:spPr>
        <p:txBody>
          <a:bodyPr wrap="square" rtlCol="0">
            <a:spAutoFit/>
          </a:bodyPr>
          <a:lstStyle>
            <a:lvl1pPr marL="0" indent="0">
              <a:buNone/>
              <a:defRPr lang="en-US" b="1" dirty="0" smtClean="0">
                <a:solidFill>
                  <a:srgbClr val="284181"/>
                </a:solidFill>
                <a:latin typeface="Trebuchet MS" charset="0"/>
                <a:ea typeface="Trebuchet MS" charset="0"/>
                <a:cs typeface="Trebuchet MS" charset="0"/>
              </a:defRPr>
            </a:lvl1pPr>
          </a:lstStyle>
          <a:p>
            <a:pPr marL="0" lvl="0"/>
            <a:r>
              <a:rPr lang="en-US"/>
              <a:t>Edit Master text styles</a:t>
            </a:r>
          </a:p>
        </p:txBody>
      </p:sp>
      <p:sp>
        <p:nvSpPr>
          <p:cNvPr id="10" name="Subtitle 2">
            <a:extLst>
              <a:ext uri="{FF2B5EF4-FFF2-40B4-BE49-F238E27FC236}">
                <a16:creationId xmlns:a16="http://schemas.microsoft.com/office/drawing/2014/main" id="{BBEF264F-6047-A542-B6D1-CEB4D21FD9AE}"/>
              </a:ext>
            </a:extLst>
          </p:cNvPr>
          <p:cNvSpPr txBox="1">
            <a:spLocks/>
          </p:cNvSpPr>
          <p:nvPr userDrawn="1"/>
        </p:nvSpPr>
        <p:spPr>
          <a:xfrm>
            <a:off x="3446860" y="6531062"/>
            <a:ext cx="5298281" cy="203133"/>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Helvetica" charset="0"/>
                <a:ea typeface="Helvetica" charset="0"/>
                <a:cs typeface="Helvetica"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Helvetica" charset="0"/>
                <a:ea typeface="Helvetica" charset="0"/>
                <a:cs typeface="Helvetica" charset="0"/>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Font typeface="Arial"/>
              <a:buNone/>
            </a:pPr>
            <a:r>
              <a:rPr lang="en-US" sz="800">
                <a:solidFill>
                  <a:schemeClr val="tx1"/>
                </a:solidFill>
                <a:latin typeface="Trebuchet MS" panose="020B0703020202090204" pitchFamily="34" charset="0"/>
                <a:ea typeface="Helvetica" charset="0"/>
                <a:cs typeface="Helvetica" charset="0"/>
              </a:rPr>
              <a:t> All rights reserved. This document is proprietary and confidential.</a:t>
            </a:r>
          </a:p>
        </p:txBody>
      </p:sp>
      <p:sp>
        <p:nvSpPr>
          <p:cNvPr id="11" name="Content Placeholder 10">
            <a:extLst>
              <a:ext uri="{FF2B5EF4-FFF2-40B4-BE49-F238E27FC236}">
                <a16:creationId xmlns:a16="http://schemas.microsoft.com/office/drawing/2014/main" id="{43ADAD32-0C29-E44F-8D49-337F6008D96C}"/>
              </a:ext>
            </a:extLst>
          </p:cNvPr>
          <p:cNvSpPr>
            <a:spLocks noGrp="1"/>
          </p:cNvSpPr>
          <p:nvPr>
            <p:ph sz="quarter" idx="11"/>
          </p:nvPr>
        </p:nvSpPr>
        <p:spPr>
          <a:xfrm>
            <a:off x="344740" y="751703"/>
            <a:ext cx="11404348" cy="341632"/>
          </a:xfrm>
          <a:prstGeom prst="rect">
            <a:avLst/>
          </a:prstGeom>
          <a:noFill/>
        </p:spPr>
        <p:txBody>
          <a:bodyPr wrap="square" rtlCol="0">
            <a:spAutoFit/>
          </a:bodyPr>
          <a:lstStyle>
            <a:lvl1pPr marL="0" indent="0">
              <a:buNone/>
              <a:defRPr lang="en-US" sz="1800" b="1" dirty="0" smtClean="0">
                <a:solidFill>
                  <a:srgbClr val="00BFDF"/>
                </a:solidFill>
                <a:latin typeface="Trebuchet MS" charset="0"/>
                <a:ea typeface="Trebuchet MS" charset="0"/>
                <a:cs typeface="Trebuchet MS" charset="0"/>
              </a:defRPr>
            </a:lvl1pPr>
          </a:lstStyle>
          <a:p>
            <a:pPr marL="0" lvl="0"/>
            <a:r>
              <a:rPr lang="en-US"/>
              <a:t>Edit Master text styles</a:t>
            </a:r>
          </a:p>
        </p:txBody>
      </p:sp>
      <p:sp>
        <p:nvSpPr>
          <p:cNvPr id="6" name="Content Placeholder 5">
            <a:extLst>
              <a:ext uri="{FF2B5EF4-FFF2-40B4-BE49-F238E27FC236}">
                <a16:creationId xmlns:a16="http://schemas.microsoft.com/office/drawing/2014/main" id="{133552A6-C35D-7D4F-8D23-8B8D7DF31819}"/>
              </a:ext>
            </a:extLst>
          </p:cNvPr>
          <p:cNvSpPr>
            <a:spLocks noGrp="1"/>
          </p:cNvSpPr>
          <p:nvPr>
            <p:ph sz="quarter" idx="12"/>
          </p:nvPr>
        </p:nvSpPr>
        <p:spPr>
          <a:xfrm>
            <a:off x="341313" y="1238250"/>
            <a:ext cx="11407775" cy="4849813"/>
          </a:xfrm>
          <a:prstGeom prst="rect">
            <a:avLst/>
          </a:prstGeom>
        </p:spPr>
        <p:txBody>
          <a:bodyPr/>
          <a:lstStyle>
            <a:lvl1pPr marL="11112" indent="0">
              <a:buFont typeface="Arial" panose="020B0604020202020204" pitchFamily="34" charset="0"/>
              <a:buNone/>
              <a:tabLst/>
              <a:defRPr sz="1800">
                <a:solidFill>
                  <a:srgbClr val="5A5A5A"/>
                </a:solidFill>
              </a:defRPr>
            </a:lvl1pPr>
            <a:lvl2pPr>
              <a:defRPr sz="1600">
                <a:solidFill>
                  <a:srgbClr val="5A5A5A"/>
                </a:solidFill>
              </a:defRPr>
            </a:lvl2pPr>
            <a:lvl3pPr marL="1143000" indent="-228600">
              <a:buFont typeface="Courier New" panose="02070309020205020404" pitchFamily="49" charset="0"/>
              <a:buChar char="o"/>
              <a:defRPr sz="1400">
                <a:solidFill>
                  <a:srgbClr val="5A5A5A"/>
                </a:solidFill>
              </a:defRPr>
            </a:lvl3pPr>
            <a:lvl4pPr marL="1600200" indent="-228600">
              <a:buFont typeface="Wingdings" pitchFamily="2" charset="2"/>
              <a:buChar char="§"/>
              <a:defRPr sz="1200">
                <a:solidFill>
                  <a:srgbClr val="5A5A5A"/>
                </a:solidFill>
              </a:defRPr>
            </a:lvl4pPr>
            <a:lvl5pPr marL="1828800" indent="0">
              <a:buNone/>
              <a:defRPr sz="1400">
                <a:solidFill>
                  <a:srgbClr val="5A5A5A"/>
                </a:solidFill>
              </a:defRPr>
            </a:lvl5pPr>
          </a:lstStyle>
          <a:p>
            <a:pPr lvl="0"/>
            <a:r>
              <a:rPr lang="en-US"/>
              <a:t>Edit Master text styles</a:t>
            </a:r>
          </a:p>
        </p:txBody>
      </p:sp>
    </p:spTree>
    <p:extLst>
      <p:ext uri="{BB962C8B-B14F-4D97-AF65-F5344CB8AC3E}">
        <p14:creationId xmlns:p14="http://schemas.microsoft.com/office/powerpoint/2010/main" val="344794090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459">
          <p15:clr>
            <a:srgbClr val="FBAE40"/>
          </p15:clr>
        </p15:guide>
        <p15:guide id="2" pos="279">
          <p15:clr>
            <a:srgbClr val="FBAE40"/>
          </p15:clr>
        </p15:guide>
        <p15:guide id="3" pos="740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8290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Cover_1">
    <p:spTree>
      <p:nvGrpSpPr>
        <p:cNvPr id="1" name=""/>
        <p:cNvGrpSpPr/>
        <p:nvPr/>
      </p:nvGrpSpPr>
      <p:grpSpPr>
        <a:xfrm>
          <a:off x="0" y="0"/>
          <a:ext cx="0" cy="0"/>
          <a:chOff x="0" y="0"/>
          <a:chExt cx="0" cy="0"/>
        </a:xfrm>
      </p:grpSpPr>
      <p:sp>
        <p:nvSpPr>
          <p:cNvPr id="2" name="Title 1"/>
          <p:cNvSpPr>
            <a:spLocks noGrp="1"/>
          </p:cNvSpPr>
          <p:nvPr userDrawn="1">
            <p:ph type="ctrTitle"/>
          </p:nvPr>
        </p:nvSpPr>
        <p:spPr>
          <a:xfrm>
            <a:off x="342000" y="4804229"/>
            <a:ext cx="5971714" cy="541770"/>
          </a:xfrm>
          <a:prstGeom prst="rect">
            <a:avLst/>
          </a:prstGeom>
        </p:spPr>
        <p:txBody>
          <a:bodyPr anchor="b">
            <a:normAutofit/>
          </a:bodyPr>
          <a:lstStyle>
            <a:lvl1pPr algn="l">
              <a:defRPr lang="en-US" sz="3600" b="1" kern="1200" dirty="0">
                <a:solidFill>
                  <a:srgbClr val="284181"/>
                </a:solidFill>
                <a:latin typeface="Trebuchet MS" charset="0"/>
                <a:ea typeface="Trebuchet MS" charset="0"/>
                <a:cs typeface="Trebuchet MS" charset="0"/>
              </a:defRPr>
            </a:lvl1pPr>
          </a:lstStyle>
          <a:p>
            <a:r>
              <a:rPr lang="en-US"/>
              <a:t>Click to edit Master title</a:t>
            </a:r>
          </a:p>
        </p:txBody>
      </p:sp>
      <p:sp>
        <p:nvSpPr>
          <p:cNvPr id="3" name="Subtitle 2"/>
          <p:cNvSpPr>
            <a:spLocks noGrp="1"/>
          </p:cNvSpPr>
          <p:nvPr userDrawn="1">
            <p:ph type="subTitle" idx="1"/>
          </p:nvPr>
        </p:nvSpPr>
        <p:spPr>
          <a:xfrm>
            <a:off x="342000" y="5346000"/>
            <a:ext cx="5971714" cy="417102"/>
          </a:xfrm>
          <a:prstGeom prst="rect">
            <a:avLst/>
          </a:prstGeom>
        </p:spPr>
        <p:txBody>
          <a:bodyPr>
            <a:normAutofit/>
          </a:bodyPr>
          <a:lstStyle>
            <a:lvl1pPr marL="0" indent="0" algn="l">
              <a:buNone/>
              <a:defRPr sz="2000" b="0" i="0">
                <a:solidFill>
                  <a:srgbClr val="5A5A5A"/>
                </a:solidFill>
                <a:latin typeface="Trebuchet MS" charset="0"/>
                <a:ea typeface="Trebuchet MS" charset="0"/>
                <a:cs typeface="Trebuchet MS"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Content Placeholder 12">
            <a:extLst>
              <a:ext uri="{FF2B5EF4-FFF2-40B4-BE49-F238E27FC236}">
                <a16:creationId xmlns:a16="http://schemas.microsoft.com/office/drawing/2014/main" id="{3C343D4B-46FE-5E4E-96D9-09E19E7FB946}"/>
              </a:ext>
            </a:extLst>
          </p:cNvPr>
          <p:cNvSpPr>
            <a:spLocks noGrp="1"/>
          </p:cNvSpPr>
          <p:nvPr userDrawn="1">
            <p:ph sz="quarter" idx="10" hasCustomPrompt="1"/>
          </p:nvPr>
        </p:nvSpPr>
        <p:spPr>
          <a:xfrm>
            <a:off x="341313" y="5776682"/>
            <a:ext cx="5972175" cy="286232"/>
          </a:xfrm>
          <a:prstGeom prst="rect">
            <a:avLst/>
          </a:prstGeom>
          <a:noFill/>
        </p:spPr>
        <p:txBody>
          <a:bodyPr wrap="square" rtlCol="0">
            <a:spAutoFit/>
          </a:bodyPr>
          <a:lstStyle>
            <a:lvl1pPr marL="0" indent="0">
              <a:buNone/>
              <a:defRPr lang="en-US" sz="1400" dirty="0" smtClean="0">
                <a:solidFill>
                  <a:srgbClr val="00BFDF"/>
                </a:solidFill>
                <a:latin typeface="Trebuchet MS" charset="0"/>
                <a:ea typeface="Trebuchet MS" charset="0"/>
                <a:cs typeface="Trebuchet MS" charset="0"/>
              </a:defRPr>
            </a:lvl1pPr>
          </a:lstStyle>
          <a:p>
            <a:pPr marL="0" lvl="0"/>
            <a:r>
              <a:rPr lang="en-US"/>
              <a:t>Third level</a:t>
            </a:r>
          </a:p>
        </p:txBody>
      </p:sp>
      <p:pic>
        <p:nvPicPr>
          <p:cNvPr id="11" name="Picture 10">
            <a:extLst>
              <a:ext uri="{FF2B5EF4-FFF2-40B4-BE49-F238E27FC236}">
                <a16:creationId xmlns:a16="http://schemas.microsoft.com/office/drawing/2014/main" id="{C2865925-55C2-D646-A300-3028F062C10B}"/>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2092973" y="0"/>
            <a:ext cx="10111220" cy="6484786"/>
          </a:xfrm>
          <a:prstGeom prst="rect">
            <a:avLst/>
          </a:prstGeom>
        </p:spPr>
      </p:pic>
      <p:pic>
        <p:nvPicPr>
          <p:cNvPr id="9" name="Picture 8">
            <a:extLst>
              <a:ext uri="{FF2B5EF4-FFF2-40B4-BE49-F238E27FC236}">
                <a16:creationId xmlns:a16="http://schemas.microsoft.com/office/drawing/2014/main" id="{6A513E02-751C-0B4D-9C70-843AA2C85D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4893" y="0"/>
            <a:ext cx="12179300" cy="6858000"/>
          </a:xfrm>
          <a:prstGeom prst="rect">
            <a:avLst/>
          </a:prstGeom>
        </p:spPr>
      </p:pic>
      <p:sp>
        <p:nvSpPr>
          <p:cNvPr id="5" name="Rectangle 4"/>
          <p:cNvSpPr/>
          <p:nvPr userDrawn="1"/>
        </p:nvSpPr>
        <p:spPr>
          <a:xfrm>
            <a:off x="10225825" y="5531329"/>
            <a:ext cx="1854558" cy="106265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684428842"/>
      </p:ext>
    </p:extLst>
  </p:cSld>
  <p:clrMapOvr>
    <a:masterClrMapping/>
  </p:clrMapOvr>
  <p:extLst>
    <p:ext uri="{DCECCB84-F9BA-43D5-87BE-67443E8EF086}">
      <p15:sldGuideLst xmlns:p15="http://schemas.microsoft.com/office/powerpoint/2012/main">
        <p15:guide id="1" orient="horz" pos="3997">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582FE-1F88-5090-9386-ADE19CEE566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9AC7389-B90F-8494-0A50-ECC0F23A06B6}"/>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896259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F786D-F334-87A9-DF95-AEF502B59D60}"/>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A14E79C-85D5-A0BB-5B44-82BC77D891E2}"/>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75305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A21E5-E8ED-4F9F-872C-ED79858957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F3BFCD0-8159-40D9-8C88-865448A5F5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5F4E3E2-6BEA-4809-8EE5-A4E8D572340E}"/>
              </a:ext>
            </a:extLst>
          </p:cNvPr>
          <p:cNvSpPr>
            <a:spLocks noGrp="1"/>
          </p:cNvSpPr>
          <p:nvPr>
            <p:ph type="dt" sz="half" idx="10"/>
          </p:nvPr>
        </p:nvSpPr>
        <p:spPr/>
        <p:txBody>
          <a:bodyPr/>
          <a:lstStyle/>
          <a:p>
            <a:fld id="{FA84B9A7-F988-427A-8555-8CAD56443B04}" type="datetimeFigureOut">
              <a:rPr lang="en-IN" smtClean="0"/>
              <a:t>04-04-2026</a:t>
            </a:fld>
            <a:endParaRPr lang="en-IN"/>
          </a:p>
        </p:txBody>
      </p:sp>
      <p:sp>
        <p:nvSpPr>
          <p:cNvPr id="5" name="Footer Placeholder 4">
            <a:extLst>
              <a:ext uri="{FF2B5EF4-FFF2-40B4-BE49-F238E27FC236}">
                <a16:creationId xmlns:a16="http://schemas.microsoft.com/office/drawing/2014/main" id="{068518AC-82EE-41CF-821F-BEEEFDBF88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E3283E-052C-456F-A822-84D3DEFF9088}"/>
              </a:ext>
            </a:extLst>
          </p:cNvPr>
          <p:cNvSpPr>
            <a:spLocks noGrp="1"/>
          </p:cNvSpPr>
          <p:nvPr>
            <p:ph type="sldNum" sz="quarter" idx="12"/>
          </p:nvPr>
        </p:nvSpPr>
        <p:spPr/>
        <p:txBody>
          <a:bodyPr/>
          <a:lstStyle/>
          <a:p>
            <a:fld id="{DF73A845-D06D-4E62-836A-681DC0568883}" type="slidenum">
              <a:rPr lang="en-IN" smtClean="0"/>
              <a:t>‹#›</a:t>
            </a:fld>
            <a:endParaRPr lang="en-IN"/>
          </a:p>
        </p:txBody>
      </p:sp>
    </p:spTree>
    <p:extLst>
      <p:ext uri="{BB962C8B-B14F-4D97-AF65-F5344CB8AC3E}">
        <p14:creationId xmlns:p14="http://schemas.microsoft.com/office/powerpoint/2010/main" val="15284930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C3F47-BC44-4A2B-8490-614F57C097E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E872EC2-7564-4B44-98CB-46AB9861359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BBEB41-99D3-4C9E-94CB-9B080BC209E9}"/>
              </a:ext>
            </a:extLst>
          </p:cNvPr>
          <p:cNvSpPr>
            <a:spLocks noGrp="1"/>
          </p:cNvSpPr>
          <p:nvPr>
            <p:ph type="dt" sz="half" idx="10"/>
          </p:nvPr>
        </p:nvSpPr>
        <p:spPr/>
        <p:txBody>
          <a:bodyPr/>
          <a:lstStyle/>
          <a:p>
            <a:fld id="{FA84B9A7-F988-427A-8555-8CAD56443B04}" type="datetimeFigureOut">
              <a:rPr lang="en-IN" smtClean="0"/>
              <a:t>04-04-2026</a:t>
            </a:fld>
            <a:endParaRPr lang="en-IN"/>
          </a:p>
        </p:txBody>
      </p:sp>
      <p:sp>
        <p:nvSpPr>
          <p:cNvPr id="5" name="Footer Placeholder 4">
            <a:extLst>
              <a:ext uri="{FF2B5EF4-FFF2-40B4-BE49-F238E27FC236}">
                <a16:creationId xmlns:a16="http://schemas.microsoft.com/office/drawing/2014/main" id="{F99730C5-C93B-43BA-B587-CB3C101E56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D9FA78-3207-4C59-9BC1-661B564FBCEB}"/>
              </a:ext>
            </a:extLst>
          </p:cNvPr>
          <p:cNvSpPr>
            <a:spLocks noGrp="1"/>
          </p:cNvSpPr>
          <p:nvPr>
            <p:ph type="sldNum" sz="quarter" idx="12"/>
          </p:nvPr>
        </p:nvSpPr>
        <p:spPr/>
        <p:txBody>
          <a:bodyPr/>
          <a:lstStyle/>
          <a:p>
            <a:fld id="{DF73A845-D06D-4E62-836A-681DC0568883}" type="slidenum">
              <a:rPr lang="en-IN" smtClean="0"/>
              <a:t>‹#›</a:t>
            </a:fld>
            <a:endParaRPr lang="en-IN"/>
          </a:p>
        </p:txBody>
      </p:sp>
    </p:spTree>
    <p:extLst>
      <p:ext uri="{BB962C8B-B14F-4D97-AF65-F5344CB8AC3E}">
        <p14:creationId xmlns:p14="http://schemas.microsoft.com/office/powerpoint/2010/main" val="41274497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742AF-88CF-4751-950D-21785EA672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18A62AB-636E-4053-8F00-1A03A080DA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E62B975-EC20-4946-B94E-79D7B409781A}"/>
              </a:ext>
            </a:extLst>
          </p:cNvPr>
          <p:cNvSpPr>
            <a:spLocks noGrp="1"/>
          </p:cNvSpPr>
          <p:nvPr>
            <p:ph type="dt" sz="half" idx="10"/>
          </p:nvPr>
        </p:nvSpPr>
        <p:spPr/>
        <p:txBody>
          <a:bodyPr/>
          <a:lstStyle/>
          <a:p>
            <a:fld id="{FA84B9A7-F988-427A-8555-8CAD56443B04}" type="datetimeFigureOut">
              <a:rPr lang="en-IN" smtClean="0"/>
              <a:t>04-04-2026</a:t>
            </a:fld>
            <a:endParaRPr lang="en-IN"/>
          </a:p>
        </p:txBody>
      </p:sp>
      <p:sp>
        <p:nvSpPr>
          <p:cNvPr id="5" name="Footer Placeholder 4">
            <a:extLst>
              <a:ext uri="{FF2B5EF4-FFF2-40B4-BE49-F238E27FC236}">
                <a16:creationId xmlns:a16="http://schemas.microsoft.com/office/drawing/2014/main" id="{EA1A885F-D877-4354-B06B-88A2595DD0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A31611-0E1B-48E7-B4FF-8A06FCBCA3A8}"/>
              </a:ext>
            </a:extLst>
          </p:cNvPr>
          <p:cNvSpPr>
            <a:spLocks noGrp="1"/>
          </p:cNvSpPr>
          <p:nvPr>
            <p:ph type="sldNum" sz="quarter" idx="12"/>
          </p:nvPr>
        </p:nvSpPr>
        <p:spPr/>
        <p:txBody>
          <a:bodyPr/>
          <a:lstStyle/>
          <a:p>
            <a:fld id="{DF73A845-D06D-4E62-836A-681DC0568883}" type="slidenum">
              <a:rPr lang="en-IN" smtClean="0"/>
              <a:t>‹#›</a:t>
            </a:fld>
            <a:endParaRPr lang="en-IN"/>
          </a:p>
        </p:txBody>
      </p:sp>
    </p:spTree>
    <p:extLst>
      <p:ext uri="{BB962C8B-B14F-4D97-AF65-F5344CB8AC3E}">
        <p14:creationId xmlns:p14="http://schemas.microsoft.com/office/powerpoint/2010/main" val="34138494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27869-2522-4A95-968A-5EB4F535EB8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48C8614-9903-46A6-B3C0-92F99EC4044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2CA50D4-8B3F-4DA4-BB75-0CDB0E2CED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3C58B2E-2FDE-4743-B795-6E4BF1067854}"/>
              </a:ext>
            </a:extLst>
          </p:cNvPr>
          <p:cNvSpPr>
            <a:spLocks noGrp="1"/>
          </p:cNvSpPr>
          <p:nvPr>
            <p:ph type="dt" sz="half" idx="10"/>
          </p:nvPr>
        </p:nvSpPr>
        <p:spPr/>
        <p:txBody>
          <a:bodyPr/>
          <a:lstStyle/>
          <a:p>
            <a:fld id="{FA84B9A7-F988-427A-8555-8CAD56443B04}" type="datetimeFigureOut">
              <a:rPr lang="en-IN" smtClean="0"/>
              <a:t>04-04-2026</a:t>
            </a:fld>
            <a:endParaRPr lang="en-IN"/>
          </a:p>
        </p:txBody>
      </p:sp>
      <p:sp>
        <p:nvSpPr>
          <p:cNvPr id="6" name="Footer Placeholder 5">
            <a:extLst>
              <a:ext uri="{FF2B5EF4-FFF2-40B4-BE49-F238E27FC236}">
                <a16:creationId xmlns:a16="http://schemas.microsoft.com/office/drawing/2014/main" id="{148C6EB0-2ADE-4E1D-BAEF-0C3C1E67FF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01CAECB-A7F2-48E9-B372-0FF8B995A4CC}"/>
              </a:ext>
            </a:extLst>
          </p:cNvPr>
          <p:cNvSpPr>
            <a:spLocks noGrp="1"/>
          </p:cNvSpPr>
          <p:nvPr>
            <p:ph type="sldNum" sz="quarter" idx="12"/>
          </p:nvPr>
        </p:nvSpPr>
        <p:spPr/>
        <p:txBody>
          <a:bodyPr/>
          <a:lstStyle/>
          <a:p>
            <a:fld id="{DF73A845-D06D-4E62-836A-681DC0568883}" type="slidenum">
              <a:rPr lang="en-IN" smtClean="0"/>
              <a:t>‹#›</a:t>
            </a:fld>
            <a:endParaRPr lang="en-IN"/>
          </a:p>
        </p:txBody>
      </p:sp>
    </p:spTree>
    <p:extLst>
      <p:ext uri="{BB962C8B-B14F-4D97-AF65-F5344CB8AC3E}">
        <p14:creationId xmlns:p14="http://schemas.microsoft.com/office/powerpoint/2010/main" val="26707840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56775-8C80-4F41-838C-D339836867D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D499AFD-2BEC-43BB-9819-64FF49D6FF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607440D-0B8C-4C01-8C62-91D9049C9AF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CF9B80E-DEA1-4C4D-A72B-E944735A3F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132074F-874F-4FA2-A644-6D1A71833E0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6832372-44EC-4F70-A5A1-F7E06603B108}"/>
              </a:ext>
            </a:extLst>
          </p:cNvPr>
          <p:cNvSpPr>
            <a:spLocks noGrp="1"/>
          </p:cNvSpPr>
          <p:nvPr>
            <p:ph type="dt" sz="half" idx="10"/>
          </p:nvPr>
        </p:nvSpPr>
        <p:spPr/>
        <p:txBody>
          <a:bodyPr/>
          <a:lstStyle/>
          <a:p>
            <a:fld id="{FA84B9A7-F988-427A-8555-8CAD56443B04}" type="datetimeFigureOut">
              <a:rPr lang="en-IN" smtClean="0"/>
              <a:t>04-04-2026</a:t>
            </a:fld>
            <a:endParaRPr lang="en-IN"/>
          </a:p>
        </p:txBody>
      </p:sp>
      <p:sp>
        <p:nvSpPr>
          <p:cNvPr id="8" name="Footer Placeholder 7">
            <a:extLst>
              <a:ext uri="{FF2B5EF4-FFF2-40B4-BE49-F238E27FC236}">
                <a16:creationId xmlns:a16="http://schemas.microsoft.com/office/drawing/2014/main" id="{3F2AF18D-EA5F-4D29-8BAF-DDEB3FA44DA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C138D4F-27BE-45C5-9B82-96BCE166C8E4}"/>
              </a:ext>
            </a:extLst>
          </p:cNvPr>
          <p:cNvSpPr>
            <a:spLocks noGrp="1"/>
          </p:cNvSpPr>
          <p:nvPr>
            <p:ph type="sldNum" sz="quarter" idx="12"/>
          </p:nvPr>
        </p:nvSpPr>
        <p:spPr/>
        <p:txBody>
          <a:bodyPr/>
          <a:lstStyle/>
          <a:p>
            <a:fld id="{DF73A845-D06D-4E62-836A-681DC0568883}" type="slidenum">
              <a:rPr lang="en-IN" smtClean="0"/>
              <a:t>‹#›</a:t>
            </a:fld>
            <a:endParaRPr lang="en-IN"/>
          </a:p>
        </p:txBody>
      </p:sp>
    </p:spTree>
    <p:extLst>
      <p:ext uri="{BB962C8B-B14F-4D97-AF65-F5344CB8AC3E}">
        <p14:creationId xmlns:p14="http://schemas.microsoft.com/office/powerpoint/2010/main" val="27411426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EEB4D-BB31-4B4C-B886-61FE89309A4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47101F5-EC60-4AFE-A8BA-DAC1261EF80D}"/>
              </a:ext>
            </a:extLst>
          </p:cNvPr>
          <p:cNvSpPr>
            <a:spLocks noGrp="1"/>
          </p:cNvSpPr>
          <p:nvPr>
            <p:ph type="dt" sz="half" idx="10"/>
          </p:nvPr>
        </p:nvSpPr>
        <p:spPr/>
        <p:txBody>
          <a:bodyPr/>
          <a:lstStyle/>
          <a:p>
            <a:fld id="{FA84B9A7-F988-427A-8555-8CAD56443B04}" type="datetimeFigureOut">
              <a:rPr lang="en-IN" smtClean="0"/>
              <a:t>04-04-2026</a:t>
            </a:fld>
            <a:endParaRPr lang="en-IN"/>
          </a:p>
        </p:txBody>
      </p:sp>
      <p:sp>
        <p:nvSpPr>
          <p:cNvPr id="4" name="Footer Placeholder 3">
            <a:extLst>
              <a:ext uri="{FF2B5EF4-FFF2-40B4-BE49-F238E27FC236}">
                <a16:creationId xmlns:a16="http://schemas.microsoft.com/office/drawing/2014/main" id="{536E25CD-EB40-47F9-AA88-D43B8CD4D23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43B8D09-37B9-4F83-8A0A-1C43171F5C36}"/>
              </a:ext>
            </a:extLst>
          </p:cNvPr>
          <p:cNvSpPr>
            <a:spLocks noGrp="1"/>
          </p:cNvSpPr>
          <p:nvPr>
            <p:ph type="sldNum" sz="quarter" idx="12"/>
          </p:nvPr>
        </p:nvSpPr>
        <p:spPr/>
        <p:txBody>
          <a:bodyPr/>
          <a:lstStyle/>
          <a:p>
            <a:fld id="{DF73A845-D06D-4E62-836A-681DC0568883}" type="slidenum">
              <a:rPr lang="en-IN" smtClean="0"/>
              <a:t>‹#›</a:t>
            </a:fld>
            <a:endParaRPr lang="en-IN"/>
          </a:p>
        </p:txBody>
      </p:sp>
    </p:spTree>
    <p:extLst>
      <p:ext uri="{BB962C8B-B14F-4D97-AF65-F5344CB8AC3E}">
        <p14:creationId xmlns:p14="http://schemas.microsoft.com/office/powerpoint/2010/main" val="33130942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D9BD2C-DAF5-4479-83CD-066F5E69E496}"/>
              </a:ext>
            </a:extLst>
          </p:cNvPr>
          <p:cNvSpPr>
            <a:spLocks noGrp="1"/>
          </p:cNvSpPr>
          <p:nvPr>
            <p:ph type="dt" sz="half" idx="10"/>
          </p:nvPr>
        </p:nvSpPr>
        <p:spPr/>
        <p:txBody>
          <a:bodyPr/>
          <a:lstStyle/>
          <a:p>
            <a:fld id="{FA84B9A7-F988-427A-8555-8CAD56443B04}" type="datetimeFigureOut">
              <a:rPr lang="en-IN" smtClean="0"/>
              <a:t>04-04-2026</a:t>
            </a:fld>
            <a:endParaRPr lang="en-IN"/>
          </a:p>
        </p:txBody>
      </p:sp>
      <p:sp>
        <p:nvSpPr>
          <p:cNvPr id="3" name="Footer Placeholder 2">
            <a:extLst>
              <a:ext uri="{FF2B5EF4-FFF2-40B4-BE49-F238E27FC236}">
                <a16:creationId xmlns:a16="http://schemas.microsoft.com/office/drawing/2014/main" id="{24D0DE81-6848-4737-85AD-E552231AF61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FDAB380-38CA-4186-A1B5-B7D5A2E5F025}"/>
              </a:ext>
            </a:extLst>
          </p:cNvPr>
          <p:cNvSpPr>
            <a:spLocks noGrp="1"/>
          </p:cNvSpPr>
          <p:nvPr>
            <p:ph type="sldNum" sz="quarter" idx="12"/>
          </p:nvPr>
        </p:nvSpPr>
        <p:spPr/>
        <p:txBody>
          <a:bodyPr/>
          <a:lstStyle/>
          <a:p>
            <a:fld id="{DF73A845-D06D-4E62-836A-681DC0568883}" type="slidenum">
              <a:rPr lang="en-IN" smtClean="0"/>
              <a:t>‹#›</a:t>
            </a:fld>
            <a:endParaRPr lang="en-IN"/>
          </a:p>
        </p:txBody>
      </p:sp>
    </p:spTree>
    <p:extLst>
      <p:ext uri="{BB962C8B-B14F-4D97-AF65-F5344CB8AC3E}">
        <p14:creationId xmlns:p14="http://schemas.microsoft.com/office/powerpoint/2010/main" val="18277559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70F67-6D34-40D5-9ADD-C36B529BB2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9F79500-FECF-4131-839E-F2700BD73E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A8F23AC-6BCD-4064-A275-D7C5071320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7134EF-573D-4959-BD88-2BA400AA4C90}"/>
              </a:ext>
            </a:extLst>
          </p:cNvPr>
          <p:cNvSpPr>
            <a:spLocks noGrp="1"/>
          </p:cNvSpPr>
          <p:nvPr>
            <p:ph type="dt" sz="half" idx="10"/>
          </p:nvPr>
        </p:nvSpPr>
        <p:spPr/>
        <p:txBody>
          <a:bodyPr/>
          <a:lstStyle/>
          <a:p>
            <a:fld id="{FA84B9A7-F988-427A-8555-8CAD56443B04}" type="datetimeFigureOut">
              <a:rPr lang="en-IN" smtClean="0"/>
              <a:t>04-04-2026</a:t>
            </a:fld>
            <a:endParaRPr lang="en-IN"/>
          </a:p>
        </p:txBody>
      </p:sp>
      <p:sp>
        <p:nvSpPr>
          <p:cNvPr id="6" name="Footer Placeholder 5">
            <a:extLst>
              <a:ext uri="{FF2B5EF4-FFF2-40B4-BE49-F238E27FC236}">
                <a16:creationId xmlns:a16="http://schemas.microsoft.com/office/drawing/2014/main" id="{C5EE581C-EADA-45C7-B3CD-ED5BB10BEDF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041AC9F-B908-4867-A768-59D912283F09}"/>
              </a:ext>
            </a:extLst>
          </p:cNvPr>
          <p:cNvSpPr>
            <a:spLocks noGrp="1"/>
          </p:cNvSpPr>
          <p:nvPr>
            <p:ph type="sldNum" sz="quarter" idx="12"/>
          </p:nvPr>
        </p:nvSpPr>
        <p:spPr/>
        <p:txBody>
          <a:bodyPr/>
          <a:lstStyle/>
          <a:p>
            <a:fld id="{DF73A845-D06D-4E62-836A-681DC0568883}" type="slidenum">
              <a:rPr lang="en-IN" smtClean="0"/>
              <a:t>‹#›</a:t>
            </a:fld>
            <a:endParaRPr lang="en-IN"/>
          </a:p>
        </p:txBody>
      </p:sp>
    </p:spTree>
    <p:extLst>
      <p:ext uri="{BB962C8B-B14F-4D97-AF65-F5344CB8AC3E}">
        <p14:creationId xmlns:p14="http://schemas.microsoft.com/office/powerpoint/2010/main" val="24217279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35D50-0532-4C2B-A5EC-0E4E29A757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F1E801C-9CA9-4382-97B9-FB4C179E7F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ACDAF4B-4C29-4179-9369-CCD7EC4052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D5DC57-E2F0-4AE4-A218-3A5528C18B76}"/>
              </a:ext>
            </a:extLst>
          </p:cNvPr>
          <p:cNvSpPr>
            <a:spLocks noGrp="1"/>
          </p:cNvSpPr>
          <p:nvPr>
            <p:ph type="dt" sz="half" idx="10"/>
          </p:nvPr>
        </p:nvSpPr>
        <p:spPr/>
        <p:txBody>
          <a:bodyPr/>
          <a:lstStyle/>
          <a:p>
            <a:fld id="{FA84B9A7-F988-427A-8555-8CAD56443B04}" type="datetimeFigureOut">
              <a:rPr lang="en-IN" smtClean="0"/>
              <a:t>04-04-2026</a:t>
            </a:fld>
            <a:endParaRPr lang="en-IN"/>
          </a:p>
        </p:txBody>
      </p:sp>
      <p:sp>
        <p:nvSpPr>
          <p:cNvPr id="6" name="Footer Placeholder 5">
            <a:extLst>
              <a:ext uri="{FF2B5EF4-FFF2-40B4-BE49-F238E27FC236}">
                <a16:creationId xmlns:a16="http://schemas.microsoft.com/office/drawing/2014/main" id="{46D272A6-026F-4B89-8344-FF1032B9369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1CA2F6E-43A3-4BF8-A2BF-3EB5ED0AF6D1}"/>
              </a:ext>
            </a:extLst>
          </p:cNvPr>
          <p:cNvSpPr>
            <a:spLocks noGrp="1"/>
          </p:cNvSpPr>
          <p:nvPr>
            <p:ph type="sldNum" sz="quarter" idx="12"/>
          </p:nvPr>
        </p:nvSpPr>
        <p:spPr/>
        <p:txBody>
          <a:bodyPr/>
          <a:lstStyle/>
          <a:p>
            <a:fld id="{DF73A845-D06D-4E62-836A-681DC0568883}" type="slidenum">
              <a:rPr lang="en-IN" smtClean="0"/>
              <a:t>‹#›</a:t>
            </a:fld>
            <a:endParaRPr lang="en-IN"/>
          </a:p>
        </p:txBody>
      </p:sp>
    </p:spTree>
    <p:extLst>
      <p:ext uri="{BB962C8B-B14F-4D97-AF65-F5344CB8AC3E}">
        <p14:creationId xmlns:p14="http://schemas.microsoft.com/office/powerpoint/2010/main" val="23726972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B5116-485E-471D-9407-DD38A8A3B6E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CF8505-356C-4EF7-B59E-2ADD6A25ACB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5B932F-6740-481C-ADC4-EC174CCC98D1}"/>
              </a:ext>
            </a:extLst>
          </p:cNvPr>
          <p:cNvSpPr>
            <a:spLocks noGrp="1"/>
          </p:cNvSpPr>
          <p:nvPr>
            <p:ph type="dt" sz="half" idx="10"/>
          </p:nvPr>
        </p:nvSpPr>
        <p:spPr/>
        <p:txBody>
          <a:bodyPr/>
          <a:lstStyle/>
          <a:p>
            <a:fld id="{FA84B9A7-F988-427A-8555-8CAD56443B04}" type="datetimeFigureOut">
              <a:rPr lang="en-IN" smtClean="0"/>
              <a:t>04-04-2026</a:t>
            </a:fld>
            <a:endParaRPr lang="en-IN"/>
          </a:p>
        </p:txBody>
      </p:sp>
      <p:sp>
        <p:nvSpPr>
          <p:cNvPr id="5" name="Footer Placeholder 4">
            <a:extLst>
              <a:ext uri="{FF2B5EF4-FFF2-40B4-BE49-F238E27FC236}">
                <a16:creationId xmlns:a16="http://schemas.microsoft.com/office/drawing/2014/main" id="{2715F89C-905F-4EFD-BC9F-7F32B494C7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5D3D162-397C-41CD-9B20-568DFF8D95E1}"/>
              </a:ext>
            </a:extLst>
          </p:cNvPr>
          <p:cNvSpPr>
            <a:spLocks noGrp="1"/>
          </p:cNvSpPr>
          <p:nvPr>
            <p:ph type="sldNum" sz="quarter" idx="12"/>
          </p:nvPr>
        </p:nvSpPr>
        <p:spPr/>
        <p:txBody>
          <a:bodyPr/>
          <a:lstStyle/>
          <a:p>
            <a:fld id="{DF73A845-D06D-4E62-836A-681DC0568883}" type="slidenum">
              <a:rPr lang="en-IN" smtClean="0"/>
              <a:t>‹#›</a:t>
            </a:fld>
            <a:endParaRPr lang="en-IN"/>
          </a:p>
        </p:txBody>
      </p:sp>
    </p:spTree>
    <p:extLst>
      <p:ext uri="{BB962C8B-B14F-4D97-AF65-F5344CB8AC3E}">
        <p14:creationId xmlns:p14="http://schemas.microsoft.com/office/powerpoint/2010/main" val="31599014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BE1065-350A-4D8E-B320-AB7C1D21EA6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8E25B8A-F2A1-4605-8D78-F2E9CC58401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EA980B0-23EB-4E62-A88D-E525254DC8FF}"/>
              </a:ext>
            </a:extLst>
          </p:cNvPr>
          <p:cNvSpPr>
            <a:spLocks noGrp="1"/>
          </p:cNvSpPr>
          <p:nvPr>
            <p:ph type="dt" sz="half" idx="10"/>
          </p:nvPr>
        </p:nvSpPr>
        <p:spPr/>
        <p:txBody>
          <a:bodyPr/>
          <a:lstStyle/>
          <a:p>
            <a:fld id="{FA84B9A7-F988-427A-8555-8CAD56443B04}" type="datetimeFigureOut">
              <a:rPr lang="en-IN" smtClean="0"/>
              <a:t>04-04-2026</a:t>
            </a:fld>
            <a:endParaRPr lang="en-IN"/>
          </a:p>
        </p:txBody>
      </p:sp>
      <p:sp>
        <p:nvSpPr>
          <p:cNvPr id="5" name="Footer Placeholder 4">
            <a:extLst>
              <a:ext uri="{FF2B5EF4-FFF2-40B4-BE49-F238E27FC236}">
                <a16:creationId xmlns:a16="http://schemas.microsoft.com/office/drawing/2014/main" id="{D8096148-FDFF-48F5-B9E0-278AE2D9614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8ACDE7-05E7-4815-BBAA-13C918B21A0C}"/>
              </a:ext>
            </a:extLst>
          </p:cNvPr>
          <p:cNvSpPr>
            <a:spLocks noGrp="1"/>
          </p:cNvSpPr>
          <p:nvPr>
            <p:ph type="sldNum" sz="quarter" idx="12"/>
          </p:nvPr>
        </p:nvSpPr>
        <p:spPr/>
        <p:txBody>
          <a:bodyPr/>
          <a:lstStyle/>
          <a:p>
            <a:fld id="{DF73A845-D06D-4E62-836A-681DC0568883}" type="slidenum">
              <a:rPr lang="en-IN" smtClean="0"/>
              <a:t>‹#›</a:t>
            </a:fld>
            <a:endParaRPr lang="en-IN"/>
          </a:p>
        </p:txBody>
      </p:sp>
    </p:spTree>
    <p:extLst>
      <p:ext uri="{BB962C8B-B14F-4D97-AF65-F5344CB8AC3E}">
        <p14:creationId xmlns:p14="http://schemas.microsoft.com/office/powerpoint/2010/main" val="406808696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ver_2" userDrawn="1">
  <p:cSld name="Cover_2">
    <p:spTree>
      <p:nvGrpSpPr>
        <p:cNvPr id="1" name="Shape 10"/>
        <p:cNvGrpSpPr/>
        <p:nvPr/>
      </p:nvGrpSpPr>
      <p:grpSpPr>
        <a:xfrm>
          <a:off x="0" y="0"/>
          <a:ext cx="0" cy="0"/>
          <a:chOff x="0" y="0"/>
          <a:chExt cx="0" cy="0"/>
        </a:xfrm>
      </p:grpSpPr>
      <p:pic>
        <p:nvPicPr>
          <p:cNvPr id="12" name="Google Shape;12;p17"/>
          <p:cNvPicPr preferRelativeResize="0"/>
          <p:nvPr userDrawn="1"/>
        </p:nvPicPr>
        <p:blipFill rotWithShape="1">
          <a:blip r:embed="rId2" cstate="email">
            <a:alphaModFix/>
            <a:extLst>
              <a:ext uri="{28A0092B-C50C-407E-A947-70E740481C1C}">
                <a14:useLocalDpi xmlns:a14="http://schemas.microsoft.com/office/drawing/2010/main"/>
              </a:ext>
            </a:extLst>
          </a:blip>
          <a:srcRect/>
          <a:stretch/>
        </p:blipFill>
        <p:spPr>
          <a:xfrm>
            <a:off x="0" y="-10093"/>
            <a:ext cx="12197224" cy="6868093"/>
          </a:xfrm>
          <a:prstGeom prst="rect">
            <a:avLst/>
          </a:prstGeom>
          <a:noFill/>
          <a:ln>
            <a:noFill/>
          </a:ln>
        </p:spPr>
      </p:pic>
      <p:sp>
        <p:nvSpPr>
          <p:cNvPr id="13" name="Google Shape;13;p17"/>
          <p:cNvSpPr txBox="1">
            <a:spLocks noGrp="1"/>
          </p:cNvSpPr>
          <p:nvPr>
            <p:ph type="ctrTitle"/>
          </p:nvPr>
        </p:nvSpPr>
        <p:spPr>
          <a:xfrm>
            <a:off x="342000" y="4804229"/>
            <a:ext cx="5971714" cy="541770"/>
          </a:xfrm>
          <a:prstGeom prst="rect">
            <a:avLst/>
          </a:prstGeom>
          <a:noFill/>
          <a:ln>
            <a:noFill/>
          </a:ln>
        </p:spPr>
        <p:txBody>
          <a:bodyPr spcFirstLastPara="1" wrap="square" lIns="91425" tIns="45700" rIns="91425" bIns="45700" anchor="b" anchorCtr="0">
            <a:normAutofit/>
          </a:bodyPr>
          <a:lstStyle>
            <a:lvl1pPr marR="0" lvl="0" algn="l" rtl="0">
              <a:lnSpc>
                <a:spcPct val="90000"/>
              </a:lnSpc>
              <a:spcBef>
                <a:spcPts val="0"/>
              </a:spcBef>
              <a:spcAft>
                <a:spcPts val="0"/>
              </a:spcAft>
              <a:buClr>
                <a:schemeClr val="lt1"/>
              </a:buClr>
              <a:buSzPts val="3600"/>
              <a:buFont typeface="Trebuchet MS"/>
              <a:buNone/>
              <a:defRPr sz="3600" b="1" i="0" u="none" strike="noStrike" cap="none">
                <a:solidFill>
                  <a:schemeClr val="lt1"/>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4" name="Google Shape;14;p17"/>
          <p:cNvSpPr txBox="1">
            <a:spLocks noGrp="1"/>
          </p:cNvSpPr>
          <p:nvPr>
            <p:ph type="subTitle" idx="1"/>
          </p:nvPr>
        </p:nvSpPr>
        <p:spPr>
          <a:xfrm>
            <a:off x="342000" y="5346000"/>
            <a:ext cx="5971714" cy="417102"/>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Trebuchet MS"/>
                <a:ea typeface="Trebuchet MS"/>
                <a:cs typeface="Trebuchet MS"/>
                <a:sym typeface="Trebuchet MS"/>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5" name="Google Shape;15;p17"/>
          <p:cNvSpPr txBox="1">
            <a:spLocks noGrp="1"/>
          </p:cNvSpPr>
          <p:nvPr>
            <p:ph type="body" idx="2"/>
          </p:nvPr>
        </p:nvSpPr>
        <p:spPr>
          <a:xfrm>
            <a:off x="341313" y="5776682"/>
            <a:ext cx="5972175" cy="2862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rgbClr val="00BFDF"/>
              </a:buClr>
              <a:buSzPts val="1400"/>
              <a:buFont typeface="Arial"/>
              <a:buNone/>
              <a:defRPr sz="1400" b="0" i="0" u="none" strike="noStrike" cap="none">
                <a:solidFill>
                  <a:srgbClr val="00BFDF"/>
                </a:solidFill>
                <a:latin typeface="Trebuchet MS"/>
                <a:ea typeface="Trebuchet MS"/>
                <a:cs typeface="Trebuchet MS"/>
                <a:sym typeface="Trebuchet M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grpSp>
        <p:nvGrpSpPr>
          <p:cNvPr id="3" name="Group 2">
            <a:extLst>
              <a:ext uri="{FF2B5EF4-FFF2-40B4-BE49-F238E27FC236}">
                <a16:creationId xmlns:a16="http://schemas.microsoft.com/office/drawing/2014/main" id="{04AE0D70-907B-3703-2323-C79CF2F10F8E}"/>
              </a:ext>
            </a:extLst>
          </p:cNvPr>
          <p:cNvGrpSpPr/>
          <p:nvPr userDrawn="1"/>
        </p:nvGrpSpPr>
        <p:grpSpPr>
          <a:xfrm>
            <a:off x="6786430" y="5517397"/>
            <a:ext cx="3476258" cy="831800"/>
            <a:chOff x="6786430" y="5517397"/>
            <a:chExt cx="3476258" cy="831800"/>
          </a:xfrm>
        </p:grpSpPr>
        <p:pic>
          <p:nvPicPr>
            <p:cNvPr id="4" name="Picture 3">
              <a:extLst>
                <a:ext uri="{FF2B5EF4-FFF2-40B4-BE49-F238E27FC236}">
                  <a16:creationId xmlns:a16="http://schemas.microsoft.com/office/drawing/2014/main" id="{27082C57-DE77-9C56-4132-AA54A52C1740}"/>
                </a:ext>
              </a:extLst>
            </p:cNvPr>
            <p:cNvPicPr>
              <a:picLocks noChangeAspect="1"/>
            </p:cNvPicPr>
            <p:nvPr userDrawn="1"/>
          </p:nvPicPr>
          <p:blipFill>
            <a:blip r:embed="rId3"/>
            <a:stretch>
              <a:fillRect/>
            </a:stretch>
          </p:blipFill>
          <p:spPr>
            <a:xfrm>
              <a:off x="6786430" y="5813955"/>
              <a:ext cx="1897212" cy="535242"/>
            </a:xfrm>
            <a:prstGeom prst="rect">
              <a:avLst/>
            </a:prstGeom>
          </p:spPr>
        </p:pic>
        <p:pic>
          <p:nvPicPr>
            <p:cNvPr id="5" name="Picture 4">
              <a:extLst>
                <a:ext uri="{FF2B5EF4-FFF2-40B4-BE49-F238E27FC236}">
                  <a16:creationId xmlns:a16="http://schemas.microsoft.com/office/drawing/2014/main" id="{2192E1C5-BB05-5A24-6A37-3A4B153DF1DF}"/>
                </a:ext>
              </a:extLst>
            </p:cNvPr>
            <p:cNvPicPr>
              <a:picLocks noChangeAspect="1"/>
            </p:cNvPicPr>
            <p:nvPr userDrawn="1"/>
          </p:nvPicPr>
          <p:blipFill>
            <a:blip r:embed="rId4"/>
            <a:stretch>
              <a:fillRect/>
            </a:stretch>
          </p:blipFill>
          <p:spPr>
            <a:xfrm>
              <a:off x="9105862" y="5558922"/>
              <a:ext cx="945716" cy="786316"/>
            </a:xfrm>
            <a:prstGeom prst="rect">
              <a:avLst/>
            </a:prstGeom>
          </p:spPr>
        </p:pic>
        <p:cxnSp>
          <p:nvCxnSpPr>
            <p:cNvPr id="6" name="Straight Connector 5">
              <a:extLst>
                <a:ext uri="{FF2B5EF4-FFF2-40B4-BE49-F238E27FC236}">
                  <a16:creationId xmlns:a16="http://schemas.microsoft.com/office/drawing/2014/main" id="{D0256D1D-C8C2-31C4-380D-3144958D1B83}"/>
                </a:ext>
              </a:extLst>
            </p:cNvPr>
            <p:cNvCxnSpPr>
              <a:cxnSpLocks/>
            </p:cNvCxnSpPr>
            <p:nvPr userDrawn="1"/>
          </p:nvCxnSpPr>
          <p:spPr>
            <a:xfrm>
              <a:off x="10262688" y="5517397"/>
              <a:ext cx="0" cy="827841"/>
            </a:xfrm>
            <a:prstGeom prst="line">
              <a:avLst/>
            </a:prstGeom>
            <a:ln>
              <a:solidFill>
                <a:srgbClr val="D1D3D4"/>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7326183-524C-1469-8257-A27DE7AB90D2}"/>
                </a:ext>
              </a:extLst>
            </p:cNvPr>
            <p:cNvCxnSpPr>
              <a:cxnSpLocks/>
            </p:cNvCxnSpPr>
            <p:nvPr userDrawn="1"/>
          </p:nvCxnSpPr>
          <p:spPr>
            <a:xfrm>
              <a:off x="8894752" y="5517397"/>
              <a:ext cx="0" cy="827841"/>
            </a:xfrm>
            <a:prstGeom prst="line">
              <a:avLst/>
            </a:prstGeom>
            <a:ln>
              <a:solidFill>
                <a:srgbClr val="D1D3D4"/>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47763840"/>
      </p:ext>
    </p:extLst>
  </p:cSld>
  <p:clrMapOvr>
    <a:masterClrMapping/>
  </p:clrMapOvr>
  <p:extLst>
    <p:ext uri="{DCECCB84-F9BA-43D5-87BE-67443E8EF086}">
      <p15:sldGuideLst xmlns:p15="http://schemas.microsoft.com/office/powerpoint/2012/main">
        <p15:guide id="1" orient="horz" pos="3997">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B546B-5EDB-033D-10FB-244A32CB3F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A8DF82D-C6C7-50B4-EF1E-9D8A278791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A956DC8-C447-CE59-A0EC-BE1BCDF5D60B}"/>
              </a:ext>
            </a:extLst>
          </p:cNvPr>
          <p:cNvSpPr>
            <a:spLocks noGrp="1"/>
          </p:cNvSpPr>
          <p:nvPr>
            <p:ph type="dt" sz="half" idx="10"/>
          </p:nvPr>
        </p:nvSpPr>
        <p:spPr/>
        <p:txBody>
          <a:bodyPr/>
          <a:lstStyle/>
          <a:p>
            <a:fld id="{DAB78F38-5CF6-437D-854A-A4395CB08A2E}" type="datetimeFigureOut">
              <a:rPr lang="en-IN" smtClean="0"/>
              <a:t>04-04-2026</a:t>
            </a:fld>
            <a:endParaRPr lang="en-IN"/>
          </a:p>
        </p:txBody>
      </p:sp>
      <p:sp>
        <p:nvSpPr>
          <p:cNvPr id="5" name="Footer Placeholder 4">
            <a:extLst>
              <a:ext uri="{FF2B5EF4-FFF2-40B4-BE49-F238E27FC236}">
                <a16:creationId xmlns:a16="http://schemas.microsoft.com/office/drawing/2014/main" id="{CBCB8ABE-FC3F-D174-AB9A-0DD3FE668A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F90555-F331-EE53-C8CA-563002463417}"/>
              </a:ext>
            </a:extLst>
          </p:cNvPr>
          <p:cNvSpPr>
            <a:spLocks noGrp="1"/>
          </p:cNvSpPr>
          <p:nvPr>
            <p:ph type="sldNum" sz="quarter" idx="12"/>
          </p:nvPr>
        </p:nvSpPr>
        <p:spPr/>
        <p:txBody>
          <a:bodyPr/>
          <a:lstStyle/>
          <a:p>
            <a:fld id="{746D8908-E587-442C-85FC-452236B40A21}" type="slidenum">
              <a:rPr lang="en-IN" smtClean="0"/>
              <a:t>‹#›</a:t>
            </a:fld>
            <a:endParaRPr lang="en-IN"/>
          </a:p>
        </p:txBody>
      </p:sp>
    </p:spTree>
    <p:extLst>
      <p:ext uri="{BB962C8B-B14F-4D97-AF65-F5344CB8AC3E}">
        <p14:creationId xmlns:p14="http://schemas.microsoft.com/office/powerpoint/2010/main" val="36262177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0B231-7085-B5C6-FFE5-31A3BCB85FF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A23372C-022A-0754-B3B3-4736950257E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208C7A7-5E16-C5CD-463C-51C738BA9AF1}"/>
              </a:ext>
            </a:extLst>
          </p:cNvPr>
          <p:cNvSpPr>
            <a:spLocks noGrp="1"/>
          </p:cNvSpPr>
          <p:nvPr>
            <p:ph type="dt" sz="half" idx="10"/>
          </p:nvPr>
        </p:nvSpPr>
        <p:spPr/>
        <p:txBody>
          <a:bodyPr/>
          <a:lstStyle/>
          <a:p>
            <a:fld id="{DAB78F38-5CF6-437D-854A-A4395CB08A2E}" type="datetimeFigureOut">
              <a:rPr lang="en-IN" smtClean="0"/>
              <a:t>04-04-2026</a:t>
            </a:fld>
            <a:endParaRPr lang="en-IN"/>
          </a:p>
        </p:txBody>
      </p:sp>
      <p:sp>
        <p:nvSpPr>
          <p:cNvPr id="5" name="Footer Placeholder 4">
            <a:extLst>
              <a:ext uri="{FF2B5EF4-FFF2-40B4-BE49-F238E27FC236}">
                <a16:creationId xmlns:a16="http://schemas.microsoft.com/office/drawing/2014/main" id="{5344D33A-0A56-FD49-0335-D92E6F2457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AAE1F5-52B6-B547-E941-ABA909FAB9A9}"/>
              </a:ext>
            </a:extLst>
          </p:cNvPr>
          <p:cNvSpPr>
            <a:spLocks noGrp="1"/>
          </p:cNvSpPr>
          <p:nvPr>
            <p:ph type="sldNum" sz="quarter" idx="12"/>
          </p:nvPr>
        </p:nvSpPr>
        <p:spPr/>
        <p:txBody>
          <a:bodyPr/>
          <a:lstStyle/>
          <a:p>
            <a:fld id="{746D8908-E587-442C-85FC-452236B40A21}" type="slidenum">
              <a:rPr lang="en-IN" smtClean="0"/>
              <a:t>‹#›</a:t>
            </a:fld>
            <a:endParaRPr lang="en-IN"/>
          </a:p>
        </p:txBody>
      </p:sp>
    </p:spTree>
    <p:extLst>
      <p:ext uri="{BB962C8B-B14F-4D97-AF65-F5344CB8AC3E}">
        <p14:creationId xmlns:p14="http://schemas.microsoft.com/office/powerpoint/2010/main" val="13538479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EDB9D-B562-610E-AD75-32A75775C10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D5FF252-FE50-3EE1-2F6E-051562D8B7F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74DBA4D-FD83-185C-B64B-9428654496E2}"/>
              </a:ext>
            </a:extLst>
          </p:cNvPr>
          <p:cNvSpPr>
            <a:spLocks noGrp="1"/>
          </p:cNvSpPr>
          <p:nvPr>
            <p:ph type="dt" sz="half" idx="10"/>
          </p:nvPr>
        </p:nvSpPr>
        <p:spPr/>
        <p:txBody>
          <a:bodyPr/>
          <a:lstStyle/>
          <a:p>
            <a:fld id="{DAB78F38-5CF6-437D-854A-A4395CB08A2E}" type="datetimeFigureOut">
              <a:rPr lang="en-IN" smtClean="0"/>
              <a:t>04-04-2026</a:t>
            </a:fld>
            <a:endParaRPr lang="en-IN"/>
          </a:p>
        </p:txBody>
      </p:sp>
      <p:sp>
        <p:nvSpPr>
          <p:cNvPr id="5" name="Footer Placeholder 4">
            <a:extLst>
              <a:ext uri="{FF2B5EF4-FFF2-40B4-BE49-F238E27FC236}">
                <a16:creationId xmlns:a16="http://schemas.microsoft.com/office/drawing/2014/main" id="{D3AD69DA-91D6-85AC-2A99-EE58FEAD1E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7C83F4-C02F-76D3-85BC-69AC1F16D3D1}"/>
              </a:ext>
            </a:extLst>
          </p:cNvPr>
          <p:cNvSpPr>
            <a:spLocks noGrp="1"/>
          </p:cNvSpPr>
          <p:nvPr>
            <p:ph type="sldNum" sz="quarter" idx="12"/>
          </p:nvPr>
        </p:nvSpPr>
        <p:spPr/>
        <p:txBody>
          <a:bodyPr/>
          <a:lstStyle/>
          <a:p>
            <a:fld id="{746D8908-E587-442C-85FC-452236B40A21}" type="slidenum">
              <a:rPr lang="en-IN" smtClean="0"/>
              <a:t>‹#›</a:t>
            </a:fld>
            <a:endParaRPr lang="en-IN"/>
          </a:p>
        </p:txBody>
      </p:sp>
    </p:spTree>
    <p:extLst>
      <p:ext uri="{BB962C8B-B14F-4D97-AF65-F5344CB8AC3E}">
        <p14:creationId xmlns:p14="http://schemas.microsoft.com/office/powerpoint/2010/main" val="113498135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90238-FEF1-D5A8-EE70-BEAE11EAAD2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EE85F23-A6FE-87CF-42CD-65C3B81E282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B3CFD82-798B-3946-32D4-A22F563BC55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E8A040A-E856-8DEE-4D34-BD3775D8FD1A}"/>
              </a:ext>
            </a:extLst>
          </p:cNvPr>
          <p:cNvSpPr>
            <a:spLocks noGrp="1"/>
          </p:cNvSpPr>
          <p:nvPr>
            <p:ph type="dt" sz="half" idx="10"/>
          </p:nvPr>
        </p:nvSpPr>
        <p:spPr/>
        <p:txBody>
          <a:bodyPr/>
          <a:lstStyle/>
          <a:p>
            <a:fld id="{DAB78F38-5CF6-437D-854A-A4395CB08A2E}" type="datetimeFigureOut">
              <a:rPr lang="en-IN" smtClean="0"/>
              <a:t>04-04-2026</a:t>
            </a:fld>
            <a:endParaRPr lang="en-IN"/>
          </a:p>
        </p:txBody>
      </p:sp>
      <p:sp>
        <p:nvSpPr>
          <p:cNvPr id="6" name="Footer Placeholder 5">
            <a:extLst>
              <a:ext uri="{FF2B5EF4-FFF2-40B4-BE49-F238E27FC236}">
                <a16:creationId xmlns:a16="http://schemas.microsoft.com/office/drawing/2014/main" id="{5C53981F-0755-5DA9-837A-90D07DB10B8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C49EBFA-149B-2E87-0D0E-ECED50D86ACF}"/>
              </a:ext>
            </a:extLst>
          </p:cNvPr>
          <p:cNvSpPr>
            <a:spLocks noGrp="1"/>
          </p:cNvSpPr>
          <p:nvPr>
            <p:ph type="sldNum" sz="quarter" idx="12"/>
          </p:nvPr>
        </p:nvSpPr>
        <p:spPr/>
        <p:txBody>
          <a:bodyPr/>
          <a:lstStyle/>
          <a:p>
            <a:fld id="{746D8908-E587-442C-85FC-452236B40A21}" type="slidenum">
              <a:rPr lang="en-IN" smtClean="0"/>
              <a:t>‹#›</a:t>
            </a:fld>
            <a:endParaRPr lang="en-IN"/>
          </a:p>
        </p:txBody>
      </p:sp>
    </p:spTree>
    <p:extLst>
      <p:ext uri="{BB962C8B-B14F-4D97-AF65-F5344CB8AC3E}">
        <p14:creationId xmlns:p14="http://schemas.microsoft.com/office/powerpoint/2010/main" val="248060087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25E3C-955C-6FCF-FBF1-1B06B46525E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2F8443D-40EE-6AB7-B7DB-22BC9F701D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01A7602-E327-5828-76CA-13D0ED5897D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B1DD4D2-12AD-4E85-DBEB-12A12F951D7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5E11DB-6608-A9BA-D437-16EB50EDE2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7274A30-45B0-9593-1230-F4560780095E}"/>
              </a:ext>
            </a:extLst>
          </p:cNvPr>
          <p:cNvSpPr>
            <a:spLocks noGrp="1"/>
          </p:cNvSpPr>
          <p:nvPr>
            <p:ph type="dt" sz="half" idx="10"/>
          </p:nvPr>
        </p:nvSpPr>
        <p:spPr/>
        <p:txBody>
          <a:bodyPr/>
          <a:lstStyle/>
          <a:p>
            <a:fld id="{DAB78F38-5CF6-437D-854A-A4395CB08A2E}" type="datetimeFigureOut">
              <a:rPr lang="en-IN" smtClean="0"/>
              <a:t>04-04-2026</a:t>
            </a:fld>
            <a:endParaRPr lang="en-IN"/>
          </a:p>
        </p:txBody>
      </p:sp>
      <p:sp>
        <p:nvSpPr>
          <p:cNvPr id="8" name="Footer Placeholder 7">
            <a:extLst>
              <a:ext uri="{FF2B5EF4-FFF2-40B4-BE49-F238E27FC236}">
                <a16:creationId xmlns:a16="http://schemas.microsoft.com/office/drawing/2014/main" id="{07922D0F-CCF3-69EA-1EBA-8920495A929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CFA11E0-A9E2-4C46-D7F2-E130632B57EA}"/>
              </a:ext>
            </a:extLst>
          </p:cNvPr>
          <p:cNvSpPr>
            <a:spLocks noGrp="1"/>
          </p:cNvSpPr>
          <p:nvPr>
            <p:ph type="sldNum" sz="quarter" idx="12"/>
          </p:nvPr>
        </p:nvSpPr>
        <p:spPr/>
        <p:txBody>
          <a:bodyPr/>
          <a:lstStyle/>
          <a:p>
            <a:fld id="{746D8908-E587-442C-85FC-452236B40A21}" type="slidenum">
              <a:rPr lang="en-IN" smtClean="0"/>
              <a:t>‹#›</a:t>
            </a:fld>
            <a:endParaRPr lang="en-IN"/>
          </a:p>
        </p:txBody>
      </p:sp>
    </p:spTree>
    <p:extLst>
      <p:ext uri="{BB962C8B-B14F-4D97-AF65-F5344CB8AC3E}">
        <p14:creationId xmlns:p14="http://schemas.microsoft.com/office/powerpoint/2010/main" val="21065821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47B37-6044-C515-481C-D2274B42AC7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FD4044B-572A-DA5E-62C1-B1BCF6D281B8}"/>
              </a:ext>
            </a:extLst>
          </p:cNvPr>
          <p:cNvSpPr>
            <a:spLocks noGrp="1"/>
          </p:cNvSpPr>
          <p:nvPr>
            <p:ph type="dt" sz="half" idx="10"/>
          </p:nvPr>
        </p:nvSpPr>
        <p:spPr/>
        <p:txBody>
          <a:bodyPr/>
          <a:lstStyle/>
          <a:p>
            <a:fld id="{DAB78F38-5CF6-437D-854A-A4395CB08A2E}" type="datetimeFigureOut">
              <a:rPr lang="en-IN" smtClean="0"/>
              <a:t>04-04-2026</a:t>
            </a:fld>
            <a:endParaRPr lang="en-IN"/>
          </a:p>
        </p:txBody>
      </p:sp>
      <p:sp>
        <p:nvSpPr>
          <p:cNvPr id="4" name="Footer Placeholder 3">
            <a:extLst>
              <a:ext uri="{FF2B5EF4-FFF2-40B4-BE49-F238E27FC236}">
                <a16:creationId xmlns:a16="http://schemas.microsoft.com/office/drawing/2014/main" id="{08DB6FEE-8700-3C74-EBB7-DBEC2537F58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D034B5B-EE4D-6912-8D6E-3CEFED17543C}"/>
              </a:ext>
            </a:extLst>
          </p:cNvPr>
          <p:cNvSpPr>
            <a:spLocks noGrp="1"/>
          </p:cNvSpPr>
          <p:nvPr>
            <p:ph type="sldNum" sz="quarter" idx="12"/>
          </p:nvPr>
        </p:nvSpPr>
        <p:spPr/>
        <p:txBody>
          <a:bodyPr/>
          <a:lstStyle/>
          <a:p>
            <a:fld id="{746D8908-E587-442C-85FC-452236B40A21}" type="slidenum">
              <a:rPr lang="en-IN" smtClean="0"/>
              <a:t>‹#›</a:t>
            </a:fld>
            <a:endParaRPr lang="en-IN"/>
          </a:p>
        </p:txBody>
      </p:sp>
    </p:spTree>
    <p:extLst>
      <p:ext uri="{BB962C8B-B14F-4D97-AF65-F5344CB8AC3E}">
        <p14:creationId xmlns:p14="http://schemas.microsoft.com/office/powerpoint/2010/main" val="226382001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957E0B-2999-45F5-0F2C-B6BDE1CC5444}"/>
              </a:ext>
            </a:extLst>
          </p:cNvPr>
          <p:cNvSpPr>
            <a:spLocks noGrp="1"/>
          </p:cNvSpPr>
          <p:nvPr>
            <p:ph type="dt" sz="half" idx="10"/>
          </p:nvPr>
        </p:nvSpPr>
        <p:spPr/>
        <p:txBody>
          <a:bodyPr/>
          <a:lstStyle/>
          <a:p>
            <a:fld id="{DAB78F38-5CF6-437D-854A-A4395CB08A2E}" type="datetimeFigureOut">
              <a:rPr lang="en-IN" smtClean="0"/>
              <a:t>04-04-2026</a:t>
            </a:fld>
            <a:endParaRPr lang="en-IN"/>
          </a:p>
        </p:txBody>
      </p:sp>
      <p:sp>
        <p:nvSpPr>
          <p:cNvPr id="3" name="Footer Placeholder 2">
            <a:extLst>
              <a:ext uri="{FF2B5EF4-FFF2-40B4-BE49-F238E27FC236}">
                <a16:creationId xmlns:a16="http://schemas.microsoft.com/office/drawing/2014/main" id="{40056490-03E4-2DB5-26F6-83551F9E5BB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327EE79-38A3-0B4F-7FD9-2E950C276791}"/>
              </a:ext>
            </a:extLst>
          </p:cNvPr>
          <p:cNvSpPr>
            <a:spLocks noGrp="1"/>
          </p:cNvSpPr>
          <p:nvPr>
            <p:ph type="sldNum" sz="quarter" idx="12"/>
          </p:nvPr>
        </p:nvSpPr>
        <p:spPr/>
        <p:txBody>
          <a:bodyPr/>
          <a:lstStyle/>
          <a:p>
            <a:fld id="{746D8908-E587-442C-85FC-452236B40A21}" type="slidenum">
              <a:rPr lang="en-IN" smtClean="0"/>
              <a:t>‹#›</a:t>
            </a:fld>
            <a:endParaRPr lang="en-IN"/>
          </a:p>
        </p:txBody>
      </p:sp>
    </p:spTree>
    <p:extLst>
      <p:ext uri="{BB962C8B-B14F-4D97-AF65-F5344CB8AC3E}">
        <p14:creationId xmlns:p14="http://schemas.microsoft.com/office/powerpoint/2010/main" val="404601929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8D119-2192-06DF-9438-FFF04822DB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3C7683E-D68A-8A1E-F23A-5B953AA8E3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32DD7CA-F1F7-8078-4BF2-B56F4E574E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4D2C8A-6592-CA93-58B5-C11D4508ECEB}"/>
              </a:ext>
            </a:extLst>
          </p:cNvPr>
          <p:cNvSpPr>
            <a:spLocks noGrp="1"/>
          </p:cNvSpPr>
          <p:nvPr>
            <p:ph type="dt" sz="half" idx="10"/>
          </p:nvPr>
        </p:nvSpPr>
        <p:spPr/>
        <p:txBody>
          <a:bodyPr/>
          <a:lstStyle/>
          <a:p>
            <a:fld id="{DAB78F38-5CF6-437D-854A-A4395CB08A2E}" type="datetimeFigureOut">
              <a:rPr lang="en-IN" smtClean="0"/>
              <a:t>04-04-2026</a:t>
            </a:fld>
            <a:endParaRPr lang="en-IN"/>
          </a:p>
        </p:txBody>
      </p:sp>
      <p:sp>
        <p:nvSpPr>
          <p:cNvPr id="6" name="Footer Placeholder 5">
            <a:extLst>
              <a:ext uri="{FF2B5EF4-FFF2-40B4-BE49-F238E27FC236}">
                <a16:creationId xmlns:a16="http://schemas.microsoft.com/office/drawing/2014/main" id="{8A3B8482-8999-7AC3-D06E-46019C6DF3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83D8798-C06E-5FF6-D193-01B28982D18B}"/>
              </a:ext>
            </a:extLst>
          </p:cNvPr>
          <p:cNvSpPr>
            <a:spLocks noGrp="1"/>
          </p:cNvSpPr>
          <p:nvPr>
            <p:ph type="sldNum" sz="quarter" idx="12"/>
          </p:nvPr>
        </p:nvSpPr>
        <p:spPr/>
        <p:txBody>
          <a:bodyPr/>
          <a:lstStyle/>
          <a:p>
            <a:fld id="{746D8908-E587-442C-85FC-452236B40A21}" type="slidenum">
              <a:rPr lang="en-IN" smtClean="0"/>
              <a:t>‹#›</a:t>
            </a:fld>
            <a:endParaRPr lang="en-IN"/>
          </a:p>
        </p:txBody>
      </p:sp>
    </p:spTree>
    <p:extLst>
      <p:ext uri="{BB962C8B-B14F-4D97-AF65-F5344CB8AC3E}">
        <p14:creationId xmlns:p14="http://schemas.microsoft.com/office/powerpoint/2010/main" val="175753702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CECE0-F8F5-731A-A8BB-814FA42CC7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0E7393B-05ED-09DF-4BB9-155D24AC40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E6319FB-5DAA-8DDC-6442-80230BAEE1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6BC720-80E7-22D1-1EC6-A80353D7764B}"/>
              </a:ext>
            </a:extLst>
          </p:cNvPr>
          <p:cNvSpPr>
            <a:spLocks noGrp="1"/>
          </p:cNvSpPr>
          <p:nvPr>
            <p:ph type="dt" sz="half" idx="10"/>
          </p:nvPr>
        </p:nvSpPr>
        <p:spPr/>
        <p:txBody>
          <a:bodyPr/>
          <a:lstStyle/>
          <a:p>
            <a:fld id="{DAB78F38-5CF6-437D-854A-A4395CB08A2E}" type="datetimeFigureOut">
              <a:rPr lang="en-IN" smtClean="0"/>
              <a:t>04-04-2026</a:t>
            </a:fld>
            <a:endParaRPr lang="en-IN"/>
          </a:p>
        </p:txBody>
      </p:sp>
      <p:sp>
        <p:nvSpPr>
          <p:cNvPr id="6" name="Footer Placeholder 5">
            <a:extLst>
              <a:ext uri="{FF2B5EF4-FFF2-40B4-BE49-F238E27FC236}">
                <a16:creationId xmlns:a16="http://schemas.microsoft.com/office/drawing/2014/main" id="{496EEDA2-41FB-1EFA-7A5B-35FBCA73690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6EFFF69-8F45-6632-9DE4-CFE65254782C}"/>
              </a:ext>
            </a:extLst>
          </p:cNvPr>
          <p:cNvSpPr>
            <a:spLocks noGrp="1"/>
          </p:cNvSpPr>
          <p:nvPr>
            <p:ph type="sldNum" sz="quarter" idx="12"/>
          </p:nvPr>
        </p:nvSpPr>
        <p:spPr/>
        <p:txBody>
          <a:bodyPr/>
          <a:lstStyle/>
          <a:p>
            <a:fld id="{746D8908-E587-442C-85FC-452236B40A21}" type="slidenum">
              <a:rPr lang="en-IN" smtClean="0"/>
              <a:t>‹#›</a:t>
            </a:fld>
            <a:endParaRPr lang="en-IN"/>
          </a:p>
        </p:txBody>
      </p:sp>
    </p:spTree>
    <p:extLst>
      <p:ext uri="{BB962C8B-B14F-4D97-AF65-F5344CB8AC3E}">
        <p14:creationId xmlns:p14="http://schemas.microsoft.com/office/powerpoint/2010/main" val="72286703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12AD7-82A2-FCBD-22A1-998657F5870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24C54D0-16AC-2DEB-FB1E-4062713FF4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65C3235-514D-64AF-1B7B-A06C0DB15A96}"/>
              </a:ext>
            </a:extLst>
          </p:cNvPr>
          <p:cNvSpPr>
            <a:spLocks noGrp="1"/>
          </p:cNvSpPr>
          <p:nvPr>
            <p:ph type="dt" sz="half" idx="10"/>
          </p:nvPr>
        </p:nvSpPr>
        <p:spPr/>
        <p:txBody>
          <a:bodyPr/>
          <a:lstStyle/>
          <a:p>
            <a:fld id="{DAB78F38-5CF6-437D-854A-A4395CB08A2E}" type="datetimeFigureOut">
              <a:rPr lang="en-IN" smtClean="0"/>
              <a:t>04-04-2026</a:t>
            </a:fld>
            <a:endParaRPr lang="en-IN"/>
          </a:p>
        </p:txBody>
      </p:sp>
      <p:sp>
        <p:nvSpPr>
          <p:cNvPr id="5" name="Footer Placeholder 4">
            <a:extLst>
              <a:ext uri="{FF2B5EF4-FFF2-40B4-BE49-F238E27FC236}">
                <a16:creationId xmlns:a16="http://schemas.microsoft.com/office/drawing/2014/main" id="{5296FE70-AAD2-1C55-62B6-8ADBEC0342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BD0DC9-AABF-30AF-2100-E30DCC22D68D}"/>
              </a:ext>
            </a:extLst>
          </p:cNvPr>
          <p:cNvSpPr>
            <a:spLocks noGrp="1"/>
          </p:cNvSpPr>
          <p:nvPr>
            <p:ph type="sldNum" sz="quarter" idx="12"/>
          </p:nvPr>
        </p:nvSpPr>
        <p:spPr/>
        <p:txBody>
          <a:bodyPr/>
          <a:lstStyle/>
          <a:p>
            <a:fld id="{746D8908-E587-442C-85FC-452236B40A21}" type="slidenum">
              <a:rPr lang="en-IN" smtClean="0"/>
              <a:t>‹#›</a:t>
            </a:fld>
            <a:endParaRPr lang="en-IN"/>
          </a:p>
        </p:txBody>
      </p:sp>
    </p:spTree>
    <p:extLst>
      <p:ext uri="{BB962C8B-B14F-4D97-AF65-F5344CB8AC3E}">
        <p14:creationId xmlns:p14="http://schemas.microsoft.com/office/powerpoint/2010/main" val="413621090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C2E434-3E4D-1F96-A601-7CC3C97794C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D2BDA0B-45FD-8F0D-93E5-BA0E9806FD2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4B6201-EF6E-E021-86CF-65906B917F3F}"/>
              </a:ext>
            </a:extLst>
          </p:cNvPr>
          <p:cNvSpPr>
            <a:spLocks noGrp="1"/>
          </p:cNvSpPr>
          <p:nvPr>
            <p:ph type="dt" sz="half" idx="10"/>
          </p:nvPr>
        </p:nvSpPr>
        <p:spPr/>
        <p:txBody>
          <a:bodyPr/>
          <a:lstStyle/>
          <a:p>
            <a:fld id="{DAB78F38-5CF6-437D-854A-A4395CB08A2E}" type="datetimeFigureOut">
              <a:rPr lang="en-IN" smtClean="0"/>
              <a:t>04-04-2026</a:t>
            </a:fld>
            <a:endParaRPr lang="en-IN"/>
          </a:p>
        </p:txBody>
      </p:sp>
      <p:sp>
        <p:nvSpPr>
          <p:cNvPr id="5" name="Footer Placeholder 4">
            <a:extLst>
              <a:ext uri="{FF2B5EF4-FFF2-40B4-BE49-F238E27FC236}">
                <a16:creationId xmlns:a16="http://schemas.microsoft.com/office/drawing/2014/main" id="{476D7000-F8F9-49DA-0AA4-B258EA793BF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38F9AA-C4F2-6A92-4BC8-53AFDF60D782}"/>
              </a:ext>
            </a:extLst>
          </p:cNvPr>
          <p:cNvSpPr>
            <a:spLocks noGrp="1"/>
          </p:cNvSpPr>
          <p:nvPr>
            <p:ph type="sldNum" sz="quarter" idx="12"/>
          </p:nvPr>
        </p:nvSpPr>
        <p:spPr/>
        <p:txBody>
          <a:bodyPr/>
          <a:lstStyle/>
          <a:p>
            <a:fld id="{746D8908-E587-442C-85FC-452236B40A21}" type="slidenum">
              <a:rPr lang="en-IN" smtClean="0"/>
              <a:t>‹#›</a:t>
            </a:fld>
            <a:endParaRPr lang="en-IN"/>
          </a:p>
        </p:txBody>
      </p:sp>
    </p:spTree>
    <p:extLst>
      <p:ext uri="{BB962C8B-B14F-4D97-AF65-F5344CB8AC3E}">
        <p14:creationId xmlns:p14="http://schemas.microsoft.com/office/powerpoint/2010/main" val="179931229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7"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5" Type="http://schemas.openxmlformats.org/officeDocument/2006/relationships/slideLayout" Target="../slideLayouts/slideLayout6.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theme" Target="../theme/theme4.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5.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
        <p:cNvGrpSpPr/>
        <p:nvPr/>
      </p:nvGrpSpPr>
      <p:grpSpPr>
        <a:xfrm>
          <a:off x="0" y="0"/>
          <a:ext cx="0" cy="0"/>
          <a:chOff x="0" y="0"/>
          <a:chExt cx="0" cy="0"/>
        </a:xfrm>
      </p:grpSpPr>
      <p:grpSp>
        <p:nvGrpSpPr>
          <p:cNvPr id="5" name="Group 4">
            <a:extLst>
              <a:ext uri="{FF2B5EF4-FFF2-40B4-BE49-F238E27FC236}">
                <a16:creationId xmlns:a16="http://schemas.microsoft.com/office/drawing/2014/main" id="{4B428400-118F-4F01-AC58-1EFD7719A1CB}"/>
              </a:ext>
            </a:extLst>
          </p:cNvPr>
          <p:cNvGrpSpPr/>
          <p:nvPr userDrawn="1"/>
        </p:nvGrpSpPr>
        <p:grpSpPr>
          <a:xfrm>
            <a:off x="442913" y="6386745"/>
            <a:ext cx="11268000" cy="1"/>
            <a:chOff x="442913" y="6386745"/>
            <a:chExt cx="8478762" cy="1"/>
          </a:xfrm>
        </p:grpSpPr>
        <p:cxnSp>
          <p:nvCxnSpPr>
            <p:cNvPr id="7" name="Google Shape;25;p19">
              <a:extLst>
                <a:ext uri="{FF2B5EF4-FFF2-40B4-BE49-F238E27FC236}">
                  <a16:creationId xmlns:a16="http://schemas.microsoft.com/office/drawing/2014/main" id="{93113E23-FC88-4867-923F-2E3BDFC81520}"/>
                </a:ext>
              </a:extLst>
            </p:cNvPr>
            <p:cNvCxnSpPr>
              <a:cxnSpLocks/>
            </p:cNvCxnSpPr>
            <p:nvPr/>
          </p:nvCxnSpPr>
          <p:spPr>
            <a:xfrm>
              <a:off x="442913" y="6386746"/>
              <a:ext cx="5936140" cy="0"/>
            </a:xfrm>
            <a:prstGeom prst="straightConnector1">
              <a:avLst/>
            </a:prstGeom>
            <a:noFill/>
            <a:ln w="9525" cap="flat" cmpd="sng">
              <a:solidFill>
                <a:srgbClr val="284181"/>
              </a:solidFill>
              <a:prstDash val="solid"/>
              <a:miter lim="800000"/>
              <a:headEnd type="none" w="sm" len="sm"/>
              <a:tailEnd type="none" w="sm" len="sm"/>
            </a:ln>
          </p:spPr>
        </p:cxnSp>
        <p:cxnSp>
          <p:nvCxnSpPr>
            <p:cNvPr id="8" name="Google Shape;26;p19">
              <a:extLst>
                <a:ext uri="{FF2B5EF4-FFF2-40B4-BE49-F238E27FC236}">
                  <a16:creationId xmlns:a16="http://schemas.microsoft.com/office/drawing/2014/main" id="{E65EB897-AA6D-4FFE-B44F-C58C2BA55362}"/>
                </a:ext>
              </a:extLst>
            </p:cNvPr>
            <p:cNvCxnSpPr>
              <a:cxnSpLocks/>
            </p:cNvCxnSpPr>
            <p:nvPr/>
          </p:nvCxnSpPr>
          <p:spPr>
            <a:xfrm>
              <a:off x="6478625" y="6386745"/>
              <a:ext cx="2443050" cy="0"/>
            </a:xfrm>
            <a:prstGeom prst="straightConnector1">
              <a:avLst/>
            </a:prstGeom>
            <a:noFill/>
            <a:ln w="9525" cap="flat" cmpd="sng">
              <a:solidFill>
                <a:srgbClr val="00BFDF"/>
              </a:solidFill>
              <a:prstDash val="solid"/>
              <a:miter lim="800000"/>
              <a:headEnd type="none" w="sm" len="sm"/>
              <a:tailEnd type="none" w="sm" len="sm"/>
            </a:ln>
          </p:spPr>
        </p:cxnSp>
      </p:grpSp>
    </p:spTree>
    <p:extLst>
      <p:ext uri="{BB962C8B-B14F-4D97-AF65-F5344CB8AC3E}">
        <p14:creationId xmlns:p14="http://schemas.microsoft.com/office/powerpoint/2010/main" val="2488574671"/>
      </p:ext>
    </p:extLst>
  </p:cSld>
  <p:clrMap bg1="lt1" tx1="dk1" bg2="dk2" tx2="lt2" accent1="accent1" accent2="accent2" accent3="accent3" accent4="accent4" accent5="accent5" accent6="accent6" hlink="hlink" folHlink="folHlink"/>
  <p:sldLayoutIdLst>
    <p:sldLayoutId id="2147483667"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279">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12" name="Group 11"/>
          <p:cNvGrpSpPr/>
          <p:nvPr userDrawn="1"/>
        </p:nvGrpSpPr>
        <p:grpSpPr>
          <a:xfrm>
            <a:off x="457200" y="6386745"/>
            <a:ext cx="10380056" cy="2"/>
            <a:chOff x="457200" y="800100"/>
            <a:chExt cx="10380056" cy="2"/>
          </a:xfrm>
        </p:grpSpPr>
        <p:cxnSp>
          <p:nvCxnSpPr>
            <p:cNvPr id="13" name="Straight Connector 12"/>
            <p:cNvCxnSpPr/>
            <p:nvPr/>
          </p:nvCxnSpPr>
          <p:spPr>
            <a:xfrm flipV="1">
              <a:off x="457200" y="800101"/>
              <a:ext cx="8010939" cy="0"/>
            </a:xfrm>
            <a:prstGeom prst="line">
              <a:avLst/>
            </a:prstGeom>
            <a:ln>
              <a:solidFill>
                <a:srgbClr val="28418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8605256" y="800100"/>
              <a:ext cx="2232000" cy="2"/>
            </a:xfrm>
            <a:prstGeom prst="line">
              <a:avLst/>
            </a:prstGeom>
            <a:ln>
              <a:solidFill>
                <a:srgbClr val="00BFDF"/>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67087119"/>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7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Rectangle 1"/>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526421C6-7C4C-456C-AFE4-EEED62D6C1C7}"/>
              </a:ext>
            </a:extLst>
          </p:cNvPr>
          <p:cNvGrpSpPr/>
          <p:nvPr userDrawn="1"/>
        </p:nvGrpSpPr>
        <p:grpSpPr>
          <a:xfrm>
            <a:off x="2239596" y="2788717"/>
            <a:ext cx="7712808" cy="1280566"/>
            <a:chOff x="6786430" y="5517397"/>
            <a:chExt cx="5115903" cy="849399"/>
          </a:xfrm>
        </p:grpSpPr>
        <p:pic>
          <p:nvPicPr>
            <p:cNvPr id="21" name="Picture 20">
              <a:extLst>
                <a:ext uri="{FF2B5EF4-FFF2-40B4-BE49-F238E27FC236}">
                  <a16:creationId xmlns:a16="http://schemas.microsoft.com/office/drawing/2014/main" id="{3739DB0C-7856-44EA-9CF1-96ABF4F1A647}"/>
                </a:ext>
              </a:extLst>
            </p:cNvPr>
            <p:cNvPicPr>
              <a:picLocks noChangeAspect="1"/>
            </p:cNvPicPr>
            <p:nvPr userDrawn="1"/>
          </p:nvPicPr>
          <p:blipFill>
            <a:blip r:embed="rId4"/>
            <a:stretch>
              <a:fillRect/>
            </a:stretch>
          </p:blipFill>
          <p:spPr>
            <a:xfrm>
              <a:off x="10473799" y="5558922"/>
              <a:ext cx="1428534" cy="807874"/>
            </a:xfrm>
            <a:prstGeom prst="rect">
              <a:avLst/>
            </a:prstGeom>
          </p:spPr>
        </p:pic>
        <p:pic>
          <p:nvPicPr>
            <p:cNvPr id="22" name="Picture 21">
              <a:extLst>
                <a:ext uri="{FF2B5EF4-FFF2-40B4-BE49-F238E27FC236}">
                  <a16:creationId xmlns:a16="http://schemas.microsoft.com/office/drawing/2014/main" id="{B1FD4E3C-14F2-4803-B606-F5E149D1CD54}"/>
                </a:ext>
              </a:extLst>
            </p:cNvPr>
            <p:cNvPicPr>
              <a:picLocks noChangeAspect="1"/>
            </p:cNvPicPr>
            <p:nvPr userDrawn="1"/>
          </p:nvPicPr>
          <p:blipFill>
            <a:blip r:embed="rId5"/>
            <a:stretch>
              <a:fillRect/>
            </a:stretch>
          </p:blipFill>
          <p:spPr>
            <a:xfrm>
              <a:off x="6786430" y="5813955"/>
              <a:ext cx="1897212" cy="535242"/>
            </a:xfrm>
            <a:prstGeom prst="rect">
              <a:avLst/>
            </a:prstGeom>
          </p:spPr>
        </p:pic>
        <p:pic>
          <p:nvPicPr>
            <p:cNvPr id="23" name="Picture 22">
              <a:extLst>
                <a:ext uri="{FF2B5EF4-FFF2-40B4-BE49-F238E27FC236}">
                  <a16:creationId xmlns:a16="http://schemas.microsoft.com/office/drawing/2014/main" id="{73A7ADE6-8B64-42DC-9997-5A315A954CF5}"/>
                </a:ext>
              </a:extLst>
            </p:cNvPr>
            <p:cNvPicPr>
              <a:picLocks noChangeAspect="1"/>
            </p:cNvPicPr>
            <p:nvPr userDrawn="1"/>
          </p:nvPicPr>
          <p:blipFill>
            <a:blip r:embed="rId6"/>
            <a:stretch>
              <a:fillRect/>
            </a:stretch>
          </p:blipFill>
          <p:spPr>
            <a:xfrm>
              <a:off x="9105862" y="5558922"/>
              <a:ext cx="945716" cy="786316"/>
            </a:xfrm>
            <a:prstGeom prst="rect">
              <a:avLst/>
            </a:prstGeom>
          </p:spPr>
        </p:pic>
        <p:cxnSp>
          <p:nvCxnSpPr>
            <p:cNvPr id="24" name="Straight Connector 23">
              <a:extLst>
                <a:ext uri="{FF2B5EF4-FFF2-40B4-BE49-F238E27FC236}">
                  <a16:creationId xmlns:a16="http://schemas.microsoft.com/office/drawing/2014/main" id="{3BFB47AD-2E13-4BA5-A1B1-DD9D152A01ED}"/>
                </a:ext>
              </a:extLst>
            </p:cNvPr>
            <p:cNvCxnSpPr>
              <a:cxnSpLocks/>
            </p:cNvCxnSpPr>
            <p:nvPr userDrawn="1"/>
          </p:nvCxnSpPr>
          <p:spPr>
            <a:xfrm>
              <a:off x="10262688" y="5517397"/>
              <a:ext cx="0" cy="827841"/>
            </a:xfrm>
            <a:prstGeom prst="line">
              <a:avLst/>
            </a:prstGeom>
            <a:ln>
              <a:solidFill>
                <a:srgbClr val="D1D3D4"/>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88ACE74-AAC4-4713-8A01-F956E3BC8D99}"/>
                </a:ext>
              </a:extLst>
            </p:cNvPr>
            <p:cNvCxnSpPr>
              <a:cxnSpLocks/>
            </p:cNvCxnSpPr>
            <p:nvPr userDrawn="1"/>
          </p:nvCxnSpPr>
          <p:spPr>
            <a:xfrm>
              <a:off x="8894752" y="5517397"/>
              <a:ext cx="0" cy="827841"/>
            </a:xfrm>
            <a:prstGeom prst="line">
              <a:avLst/>
            </a:prstGeom>
            <a:ln>
              <a:solidFill>
                <a:srgbClr val="D1D3D4"/>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04791871"/>
      </p:ext>
    </p:extLst>
  </p:cSld>
  <p:clrMap bg1="lt1" tx1="dk1" bg2="lt2" tx2="dk2" accent1="accent1" accent2="accent2" accent3="accent3" accent4="accent4" accent5="accent5" accent6="accent6" hlink="hlink" folHlink="folHlink"/>
  <p:sldLayoutIdLst>
    <p:sldLayoutId id="2147483713" r:id="rId1"/>
    <p:sldLayoutId id="2147483714"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26E5EE-095E-447D-B4A5-A40ABD1396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3A5F20E-42D3-4D3B-8C4C-E2B8C2518EE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B1E5665-7A4D-45AB-88EB-C706A51BAE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84B9A7-F988-427A-8555-8CAD56443B04}" type="datetimeFigureOut">
              <a:rPr lang="en-IN" smtClean="0"/>
              <a:t>04-04-2026</a:t>
            </a:fld>
            <a:endParaRPr lang="en-IN"/>
          </a:p>
        </p:txBody>
      </p:sp>
      <p:sp>
        <p:nvSpPr>
          <p:cNvPr id="5" name="Footer Placeholder 4">
            <a:extLst>
              <a:ext uri="{FF2B5EF4-FFF2-40B4-BE49-F238E27FC236}">
                <a16:creationId xmlns:a16="http://schemas.microsoft.com/office/drawing/2014/main" id="{2E7544D8-C712-40AA-A92D-72D0332EE6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5BA77C4-7F76-48B4-B148-2CBE083F659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73A845-D06D-4E62-836A-681DC0568883}" type="slidenum">
              <a:rPr lang="en-IN" smtClean="0"/>
              <a:t>‹#›</a:t>
            </a:fld>
            <a:endParaRPr lang="en-IN"/>
          </a:p>
        </p:txBody>
      </p:sp>
    </p:spTree>
    <p:extLst>
      <p:ext uri="{BB962C8B-B14F-4D97-AF65-F5344CB8AC3E}">
        <p14:creationId xmlns:p14="http://schemas.microsoft.com/office/powerpoint/2010/main" val="2332470846"/>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9EECB1E-302A-E163-A2BE-E114F4124FA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B7E9F2B-5262-E105-3F12-5D60F880B0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FF9572-441E-030A-63BC-CAC8AFF90C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AB78F38-5CF6-437D-854A-A4395CB08A2E}" type="datetimeFigureOut">
              <a:rPr lang="en-IN" smtClean="0"/>
              <a:t>04-04-2026</a:t>
            </a:fld>
            <a:endParaRPr lang="en-IN"/>
          </a:p>
        </p:txBody>
      </p:sp>
      <p:sp>
        <p:nvSpPr>
          <p:cNvPr id="5" name="Footer Placeholder 4">
            <a:extLst>
              <a:ext uri="{FF2B5EF4-FFF2-40B4-BE49-F238E27FC236}">
                <a16:creationId xmlns:a16="http://schemas.microsoft.com/office/drawing/2014/main" id="{FCA7803C-6CB6-E050-499D-9E99BA4C0A3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65217BC7-3B8C-D262-A66C-68536D1FFE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46D8908-E587-442C-85FC-452236B40A21}" type="slidenum">
              <a:rPr lang="en-IN" smtClean="0"/>
              <a:t>‹#›</a:t>
            </a:fld>
            <a:endParaRPr lang="en-IN"/>
          </a:p>
        </p:txBody>
      </p:sp>
    </p:spTree>
    <p:extLst>
      <p:ext uri="{BB962C8B-B14F-4D97-AF65-F5344CB8AC3E}">
        <p14:creationId xmlns:p14="http://schemas.microsoft.com/office/powerpoint/2010/main" val="4018644205"/>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1"/>
          <p:cNvSpPr txBox="1">
            <a:spLocks noGrp="1"/>
          </p:cNvSpPr>
          <p:nvPr>
            <p:ph type="ctrTitle"/>
          </p:nvPr>
        </p:nvSpPr>
        <p:spPr>
          <a:xfrm>
            <a:off x="531929" y="4572000"/>
            <a:ext cx="5564071" cy="872191"/>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3240"/>
              <a:buFont typeface="Trebuchet MS"/>
              <a:buNone/>
            </a:pPr>
            <a:r>
              <a:rPr lang="en-US" sz="2800" i="1"/>
              <a:t>MedAxis-Africa</a:t>
            </a:r>
            <a:endParaRPr sz="2800" b="0" i="1"/>
          </a:p>
        </p:txBody>
      </p:sp>
      <p:sp>
        <p:nvSpPr>
          <p:cNvPr id="2" name="Google Shape;172;p1">
            <a:extLst>
              <a:ext uri="{FF2B5EF4-FFF2-40B4-BE49-F238E27FC236}">
                <a16:creationId xmlns:a16="http://schemas.microsoft.com/office/drawing/2014/main" id="{5F552B1F-FD04-3BF1-4FFA-38880596758A}"/>
              </a:ext>
            </a:extLst>
          </p:cNvPr>
          <p:cNvSpPr txBox="1">
            <a:spLocks/>
          </p:cNvSpPr>
          <p:nvPr/>
        </p:nvSpPr>
        <p:spPr>
          <a:xfrm>
            <a:off x="531929" y="5444191"/>
            <a:ext cx="5564071" cy="586740"/>
          </a:xfrm>
          <a:prstGeom prst="rect">
            <a:avLst/>
          </a:prstGeom>
          <a:noFill/>
          <a:ln>
            <a:noFill/>
          </a:ln>
        </p:spPr>
        <p:txBody>
          <a:bodyPr spcFirstLastPara="1" vert="horz" wrap="square" lIns="91425" tIns="45700" rIns="91425" bIns="45700" rtlCol="0" anchor="b" anchorCtr="0">
            <a:normAutofit fontScale="92500"/>
          </a:bodyPr>
          <a:lstStyle>
            <a:lvl1pPr marR="0" lvl="0" algn="l" defTabSz="914400" rtl="0" eaLnBrk="1" latinLnBrk="0" hangingPunct="1">
              <a:lnSpc>
                <a:spcPct val="90000"/>
              </a:lnSpc>
              <a:spcBef>
                <a:spcPts val="0"/>
              </a:spcBef>
              <a:spcAft>
                <a:spcPts val="0"/>
              </a:spcAft>
              <a:buClr>
                <a:schemeClr val="lt1"/>
              </a:buClr>
              <a:buSzPts val="3600"/>
              <a:buFont typeface="Trebuchet MS"/>
              <a:buNone/>
              <a:defRPr sz="3600" b="1" i="0" u="none" strike="noStrike" kern="1200" cap="none">
                <a:solidFill>
                  <a:schemeClr val="lt1"/>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pPr>
              <a:buSzPts val="3240"/>
            </a:pPr>
            <a:r>
              <a:rPr lang="en-US" sz="2800" b="0"/>
              <a:t>Africa Digital ID Hackathon use case</a:t>
            </a:r>
          </a:p>
        </p:txBody>
      </p:sp>
      <p:pic>
        <p:nvPicPr>
          <p:cNvPr id="4" name="Picture 3" descr="A logo with a shield and a cross&#10;&#10;AI-generated content may be incorrect.">
            <a:extLst>
              <a:ext uri="{FF2B5EF4-FFF2-40B4-BE49-F238E27FC236}">
                <a16:creationId xmlns:a16="http://schemas.microsoft.com/office/drawing/2014/main" id="{94317FEF-E69D-4815-597B-194E2874B90A}"/>
              </a:ext>
            </a:extLst>
          </p:cNvPr>
          <p:cNvPicPr>
            <a:picLocks noChangeAspect="1"/>
          </p:cNvPicPr>
          <p:nvPr/>
        </p:nvPicPr>
        <p:blipFill>
          <a:blip r:embed="rId3"/>
          <a:stretch>
            <a:fillRect/>
          </a:stretch>
        </p:blipFill>
        <p:spPr>
          <a:xfrm>
            <a:off x="-1" y="391885"/>
            <a:ext cx="3875315" cy="387531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05">
          <a:extLst>
            <a:ext uri="{FF2B5EF4-FFF2-40B4-BE49-F238E27FC236}">
              <a16:creationId xmlns:a16="http://schemas.microsoft.com/office/drawing/2014/main" id="{40AE3397-D615-36BE-C824-6EF0CC1196BD}"/>
            </a:ext>
          </a:extLst>
        </p:cNvPr>
        <p:cNvGrpSpPr/>
        <p:nvPr/>
      </p:nvGrpSpPr>
      <p:grpSpPr>
        <a:xfrm>
          <a:off x="0" y="0"/>
          <a:ext cx="0" cy="0"/>
          <a:chOff x="0" y="0"/>
          <a:chExt cx="0" cy="0"/>
        </a:xfrm>
      </p:grpSpPr>
      <p:sp>
        <p:nvSpPr>
          <p:cNvPr id="9" name="Text Placeholder 8">
            <a:extLst>
              <a:ext uri="{FF2B5EF4-FFF2-40B4-BE49-F238E27FC236}">
                <a16:creationId xmlns:a16="http://schemas.microsoft.com/office/drawing/2014/main" id="{8F29A150-4830-2C44-E6D1-250DA0AA5EBB}"/>
              </a:ext>
            </a:extLst>
          </p:cNvPr>
          <p:cNvSpPr>
            <a:spLocks noGrp="1"/>
          </p:cNvSpPr>
          <p:nvPr>
            <p:ph type="body" idx="1"/>
          </p:nvPr>
        </p:nvSpPr>
        <p:spPr>
          <a:xfrm>
            <a:off x="341298" y="199404"/>
            <a:ext cx="11407790" cy="369291"/>
          </a:xfrm>
        </p:spPr>
        <p:txBody>
          <a:bodyPr/>
          <a:lstStyle/>
          <a:p>
            <a:r>
              <a:rPr lang="en-US" sz="2000"/>
              <a:t>Team introduction</a:t>
            </a:r>
          </a:p>
        </p:txBody>
      </p:sp>
      <p:sp>
        <p:nvSpPr>
          <p:cNvPr id="2" name="TextBox 1">
            <a:extLst>
              <a:ext uri="{FF2B5EF4-FFF2-40B4-BE49-F238E27FC236}">
                <a16:creationId xmlns:a16="http://schemas.microsoft.com/office/drawing/2014/main" id="{0EC4AA7D-6B97-A335-0E2A-635AE2506377}"/>
              </a:ext>
            </a:extLst>
          </p:cNvPr>
          <p:cNvSpPr txBox="1"/>
          <p:nvPr/>
        </p:nvSpPr>
        <p:spPr>
          <a:xfrm>
            <a:off x="1430212" y="1152892"/>
            <a:ext cx="9181342" cy="923330"/>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50000"/>
              </a:lnSpc>
              <a:spcBef>
                <a:spcPts val="0"/>
              </a:spcBef>
              <a:spcAft>
                <a:spcPts val="400"/>
              </a:spcAft>
              <a:buClrTx/>
              <a:buSzTx/>
              <a:buFontTx/>
              <a:buNone/>
              <a:tabLst/>
              <a:defRPr/>
            </a:pPr>
            <a:r>
              <a:rPr lang="en-US" b="1" dirty="0">
                <a:latin typeface="Trebuchet MS" panose="020B0603020202020204" pitchFamily="34" charset="0"/>
              </a:rPr>
              <a:t>Morocco | MedAxis-Africa</a:t>
            </a:r>
          </a:p>
          <a:p>
            <a:pPr algn="ctr">
              <a:lnSpc>
                <a:spcPct val="150000"/>
              </a:lnSpc>
              <a:spcAft>
                <a:spcPts val="400"/>
              </a:spcAft>
              <a:defRPr/>
            </a:pPr>
            <a:r>
              <a:rPr lang="en-US" b="1" dirty="0">
                <a:latin typeface="Trebuchet MS" panose="020B0603020202020204" pitchFamily="34" charset="0"/>
              </a:rPr>
              <a:t>Al Akhawayn University in Ifrane</a:t>
            </a:r>
            <a:endParaRPr lang="en-US" sz="1800" b="1" dirty="0">
              <a:latin typeface="Trebuchet MS" panose="020B0603020202020204" pitchFamily="34" charset="0"/>
              <a:cs typeface="Arial"/>
            </a:endParaRPr>
          </a:p>
        </p:txBody>
      </p:sp>
      <p:sp>
        <p:nvSpPr>
          <p:cNvPr id="3" name="Google Shape;388;p4">
            <a:extLst>
              <a:ext uri="{FF2B5EF4-FFF2-40B4-BE49-F238E27FC236}">
                <a16:creationId xmlns:a16="http://schemas.microsoft.com/office/drawing/2014/main" id="{86ACEB90-06B9-B6E6-9072-A7943E4921FE}"/>
              </a:ext>
            </a:extLst>
          </p:cNvPr>
          <p:cNvSpPr/>
          <p:nvPr/>
        </p:nvSpPr>
        <p:spPr>
          <a:xfrm>
            <a:off x="1802678" y="2450411"/>
            <a:ext cx="2110504" cy="2874908"/>
          </a:xfrm>
          <a:prstGeom prst="roundRect">
            <a:avLst>
              <a:gd name="adj" fmla="val 50000"/>
            </a:avLst>
          </a:prstGeom>
          <a:solidFill>
            <a:srgbClr val="E6E7E8"/>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Trebuchet MS"/>
              <a:ea typeface="Trebuchet MS"/>
              <a:cs typeface="Trebuchet MS"/>
              <a:sym typeface="Trebuchet MS"/>
            </a:endParaRPr>
          </a:p>
        </p:txBody>
      </p:sp>
      <p:sp>
        <p:nvSpPr>
          <p:cNvPr id="5" name="Google Shape;390;p4">
            <a:extLst>
              <a:ext uri="{FF2B5EF4-FFF2-40B4-BE49-F238E27FC236}">
                <a16:creationId xmlns:a16="http://schemas.microsoft.com/office/drawing/2014/main" id="{2211C7A6-D957-7B8F-E709-8125CE8C1919}"/>
              </a:ext>
            </a:extLst>
          </p:cNvPr>
          <p:cNvSpPr txBox="1"/>
          <p:nvPr/>
        </p:nvSpPr>
        <p:spPr>
          <a:xfrm>
            <a:off x="1948579" y="4522286"/>
            <a:ext cx="1818702" cy="215444"/>
          </a:xfrm>
          <a:prstGeom prst="rect">
            <a:avLst/>
          </a:prstGeom>
          <a:noFill/>
          <a:ln>
            <a:noFill/>
          </a:ln>
        </p:spPr>
        <p:txBody>
          <a:bodyPr spcFirstLastPara="1"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i="1" kern="0">
                <a:solidFill>
                  <a:srgbClr val="5A5A5A"/>
                </a:solidFill>
                <a:latin typeface="Trebuchet MS"/>
                <a:cs typeface="Arial"/>
                <a:sym typeface="Trebuchet MS"/>
              </a:rPr>
              <a:t>Ilyass Lhafi</a:t>
            </a:r>
            <a:endParaRPr kumimoji="0" sz="1400" b="0" i="1" u="none" strike="noStrike" kern="0" cap="none" spc="0" normalizeH="0" baseline="0" noProof="0">
              <a:ln>
                <a:noFill/>
              </a:ln>
              <a:solidFill>
                <a:srgbClr val="000000"/>
              </a:solidFill>
              <a:effectLst/>
              <a:uLnTx/>
              <a:uFillTx/>
              <a:latin typeface="Arial"/>
              <a:cs typeface="Arial"/>
              <a:sym typeface="Arial"/>
            </a:endParaRPr>
          </a:p>
        </p:txBody>
      </p:sp>
      <p:sp>
        <p:nvSpPr>
          <p:cNvPr id="16" name="Google Shape;388;p4">
            <a:extLst>
              <a:ext uri="{FF2B5EF4-FFF2-40B4-BE49-F238E27FC236}">
                <a16:creationId xmlns:a16="http://schemas.microsoft.com/office/drawing/2014/main" id="{ABEA9BE2-5956-E2C7-EBD2-1874A0127F4B}"/>
              </a:ext>
            </a:extLst>
          </p:cNvPr>
          <p:cNvSpPr/>
          <p:nvPr/>
        </p:nvSpPr>
        <p:spPr>
          <a:xfrm>
            <a:off x="4124023" y="2450411"/>
            <a:ext cx="2110504" cy="2874908"/>
          </a:xfrm>
          <a:prstGeom prst="roundRect">
            <a:avLst>
              <a:gd name="adj" fmla="val 50000"/>
            </a:avLst>
          </a:prstGeom>
          <a:solidFill>
            <a:srgbClr val="E6E7E8"/>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Trebuchet MS"/>
              <a:ea typeface="Trebuchet MS"/>
              <a:cs typeface="Trebuchet MS"/>
              <a:sym typeface="Trebuchet MS"/>
            </a:endParaRPr>
          </a:p>
        </p:txBody>
      </p:sp>
      <p:sp>
        <p:nvSpPr>
          <p:cNvPr id="18" name="Google Shape;390;p4">
            <a:extLst>
              <a:ext uri="{FF2B5EF4-FFF2-40B4-BE49-F238E27FC236}">
                <a16:creationId xmlns:a16="http://schemas.microsoft.com/office/drawing/2014/main" id="{C31CB4D3-86D9-B49F-3701-63F9C541D25A}"/>
              </a:ext>
            </a:extLst>
          </p:cNvPr>
          <p:cNvSpPr txBox="1"/>
          <p:nvPr/>
        </p:nvSpPr>
        <p:spPr>
          <a:xfrm>
            <a:off x="4269924" y="4522286"/>
            <a:ext cx="1818702" cy="215444"/>
          </a:xfrm>
          <a:prstGeom prst="rect">
            <a:avLst/>
          </a:prstGeom>
          <a:noFill/>
          <a:ln>
            <a:noFill/>
          </a:ln>
        </p:spPr>
        <p:txBody>
          <a:bodyPr spcFirstLastPara="1"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i="1" kern="0">
                <a:solidFill>
                  <a:srgbClr val="5A5A5A"/>
                </a:solidFill>
                <a:latin typeface="Trebuchet MS"/>
                <a:cs typeface="Arial"/>
                <a:sym typeface="Trebuchet MS"/>
              </a:rPr>
              <a:t>Lina Lassri</a:t>
            </a:r>
            <a:endParaRPr kumimoji="0" sz="1400" b="0" i="1" u="none" strike="noStrike" kern="0" cap="none" spc="0" normalizeH="0" baseline="0" noProof="0">
              <a:ln>
                <a:noFill/>
              </a:ln>
              <a:solidFill>
                <a:srgbClr val="000000"/>
              </a:solidFill>
              <a:effectLst/>
              <a:uLnTx/>
              <a:uFillTx/>
              <a:latin typeface="Arial"/>
              <a:cs typeface="Arial"/>
              <a:sym typeface="Arial"/>
            </a:endParaRPr>
          </a:p>
        </p:txBody>
      </p:sp>
      <p:sp>
        <p:nvSpPr>
          <p:cNvPr id="19" name="Google Shape;388;p4">
            <a:extLst>
              <a:ext uri="{FF2B5EF4-FFF2-40B4-BE49-F238E27FC236}">
                <a16:creationId xmlns:a16="http://schemas.microsoft.com/office/drawing/2014/main" id="{E851C54F-931D-278C-B2C3-1DEB49E6FE7E}"/>
              </a:ext>
            </a:extLst>
          </p:cNvPr>
          <p:cNvSpPr/>
          <p:nvPr/>
        </p:nvSpPr>
        <p:spPr>
          <a:xfrm>
            <a:off x="6445368" y="2450411"/>
            <a:ext cx="2110504" cy="2874908"/>
          </a:xfrm>
          <a:prstGeom prst="roundRect">
            <a:avLst>
              <a:gd name="adj" fmla="val 50000"/>
            </a:avLst>
          </a:prstGeom>
          <a:solidFill>
            <a:srgbClr val="E6E7E8"/>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Trebuchet MS"/>
              <a:ea typeface="Trebuchet MS"/>
              <a:cs typeface="Trebuchet MS"/>
              <a:sym typeface="Trebuchet MS"/>
            </a:endParaRPr>
          </a:p>
        </p:txBody>
      </p:sp>
      <p:sp>
        <p:nvSpPr>
          <p:cNvPr id="21" name="Google Shape;390;p4">
            <a:extLst>
              <a:ext uri="{FF2B5EF4-FFF2-40B4-BE49-F238E27FC236}">
                <a16:creationId xmlns:a16="http://schemas.microsoft.com/office/drawing/2014/main" id="{321A1604-1371-9112-DF2E-81A8B21CBB78}"/>
              </a:ext>
            </a:extLst>
          </p:cNvPr>
          <p:cNvSpPr txBox="1"/>
          <p:nvPr/>
        </p:nvSpPr>
        <p:spPr>
          <a:xfrm>
            <a:off x="6591269" y="4522286"/>
            <a:ext cx="1818702" cy="215444"/>
          </a:xfrm>
          <a:prstGeom prst="rect">
            <a:avLst/>
          </a:prstGeom>
          <a:noFill/>
          <a:ln>
            <a:noFill/>
          </a:ln>
        </p:spPr>
        <p:txBody>
          <a:bodyPr spcFirstLastPara="1"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i="1" kern="0">
                <a:solidFill>
                  <a:srgbClr val="5A5A5A"/>
                </a:solidFill>
                <a:latin typeface="Trebuchet MS"/>
                <a:cs typeface="Arial"/>
                <a:sym typeface="Trebuchet MS"/>
              </a:rPr>
              <a:t>Youssef Assemlali</a:t>
            </a:r>
            <a:endParaRPr kumimoji="0" sz="1400" b="0" i="1" u="none" strike="noStrike" kern="0" cap="none" spc="0" normalizeH="0" baseline="0" noProof="0">
              <a:ln>
                <a:noFill/>
              </a:ln>
              <a:solidFill>
                <a:srgbClr val="000000"/>
              </a:solidFill>
              <a:effectLst/>
              <a:uLnTx/>
              <a:uFillTx/>
              <a:latin typeface="Arial"/>
              <a:cs typeface="Arial"/>
              <a:sym typeface="Arial"/>
            </a:endParaRPr>
          </a:p>
        </p:txBody>
      </p:sp>
      <p:sp>
        <p:nvSpPr>
          <p:cNvPr id="22" name="Google Shape;388;p4">
            <a:extLst>
              <a:ext uri="{FF2B5EF4-FFF2-40B4-BE49-F238E27FC236}">
                <a16:creationId xmlns:a16="http://schemas.microsoft.com/office/drawing/2014/main" id="{67E74A5C-8A4B-E52F-B407-3374A505A42A}"/>
              </a:ext>
            </a:extLst>
          </p:cNvPr>
          <p:cNvSpPr/>
          <p:nvPr/>
        </p:nvSpPr>
        <p:spPr>
          <a:xfrm>
            <a:off x="8766712" y="2450411"/>
            <a:ext cx="2110504" cy="2874908"/>
          </a:xfrm>
          <a:prstGeom prst="roundRect">
            <a:avLst>
              <a:gd name="adj" fmla="val 50000"/>
            </a:avLst>
          </a:prstGeom>
          <a:solidFill>
            <a:srgbClr val="E6E7E8"/>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Trebuchet MS"/>
              <a:ea typeface="Trebuchet MS"/>
              <a:cs typeface="Trebuchet MS"/>
              <a:sym typeface="Trebuchet MS"/>
            </a:endParaRPr>
          </a:p>
        </p:txBody>
      </p:sp>
      <p:sp>
        <p:nvSpPr>
          <p:cNvPr id="24" name="Google Shape;390;p4">
            <a:extLst>
              <a:ext uri="{FF2B5EF4-FFF2-40B4-BE49-F238E27FC236}">
                <a16:creationId xmlns:a16="http://schemas.microsoft.com/office/drawing/2014/main" id="{F2C2B27D-485F-748D-CF4D-0D29E521FE88}"/>
              </a:ext>
            </a:extLst>
          </p:cNvPr>
          <p:cNvSpPr txBox="1"/>
          <p:nvPr/>
        </p:nvSpPr>
        <p:spPr>
          <a:xfrm>
            <a:off x="8912614" y="4522286"/>
            <a:ext cx="1818702" cy="215444"/>
          </a:xfrm>
          <a:prstGeom prst="rect">
            <a:avLst/>
          </a:prstGeom>
          <a:noFill/>
          <a:ln>
            <a:noFill/>
          </a:ln>
        </p:spPr>
        <p:txBody>
          <a:bodyPr spcFirstLastPara="1"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i="1" kern="0">
                <a:solidFill>
                  <a:srgbClr val="5A5A5A"/>
                </a:solidFill>
                <a:latin typeface="Trebuchet MS"/>
                <a:cs typeface="Arial"/>
                <a:sym typeface="Trebuchet MS"/>
              </a:rPr>
              <a:t>Salma Essagar</a:t>
            </a:r>
            <a:endParaRPr kumimoji="0" sz="1400" b="0" i="1" u="none" strike="noStrike" kern="0" cap="none" spc="0" normalizeH="0" baseline="0" noProof="0">
              <a:ln>
                <a:noFill/>
              </a:ln>
              <a:solidFill>
                <a:srgbClr val="000000"/>
              </a:solidFill>
              <a:effectLst/>
              <a:uLnTx/>
              <a:uFillTx/>
              <a:latin typeface="Arial"/>
              <a:cs typeface="Arial"/>
              <a:sym typeface="Arial"/>
            </a:endParaRPr>
          </a:p>
        </p:txBody>
      </p:sp>
      <p:sp>
        <p:nvSpPr>
          <p:cNvPr id="54" name="Google Shape;201;p4">
            <a:extLst>
              <a:ext uri="{FF2B5EF4-FFF2-40B4-BE49-F238E27FC236}">
                <a16:creationId xmlns:a16="http://schemas.microsoft.com/office/drawing/2014/main" id="{FE6F0650-CB52-71A7-4F5D-E590BA7EABE4}"/>
              </a:ext>
            </a:extLst>
          </p:cNvPr>
          <p:cNvSpPr/>
          <p:nvPr/>
        </p:nvSpPr>
        <p:spPr>
          <a:xfrm>
            <a:off x="8489482" y="1792"/>
            <a:ext cx="2738515" cy="354343"/>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a:solidFill>
                  <a:schemeClr val="lt1"/>
                </a:solidFill>
                <a:latin typeface="Trebuchet MS"/>
                <a:ea typeface="Trebuchet MS"/>
                <a:cs typeface="Trebuchet MS"/>
                <a:sym typeface="Trebuchet MS"/>
              </a:rPr>
              <a:t>North Africa</a:t>
            </a:r>
            <a:endParaRPr sz="1800">
              <a:solidFill>
                <a:schemeClr val="lt1"/>
              </a:solidFill>
              <a:latin typeface="Trebuchet MS"/>
              <a:ea typeface="Trebuchet MS"/>
              <a:cs typeface="Trebuchet MS"/>
              <a:sym typeface="Trebuchet MS"/>
            </a:endParaRPr>
          </a:p>
        </p:txBody>
      </p:sp>
      <p:pic>
        <p:nvPicPr>
          <p:cNvPr id="6" name="Picture 5" descr="A person with long black hair&#10;&#10;AI-generated content may be incorrect.">
            <a:extLst>
              <a:ext uri="{FF2B5EF4-FFF2-40B4-BE49-F238E27FC236}">
                <a16:creationId xmlns:a16="http://schemas.microsoft.com/office/drawing/2014/main" id="{19BCDD18-0499-F11D-DCEB-AD8BC94B8D6B}"/>
              </a:ext>
            </a:extLst>
          </p:cNvPr>
          <p:cNvPicPr>
            <a:picLocks noChangeAspect="1"/>
          </p:cNvPicPr>
          <p:nvPr/>
        </p:nvPicPr>
        <p:blipFill>
          <a:blip r:embed="rId3"/>
          <a:stretch>
            <a:fillRect/>
          </a:stretch>
        </p:blipFill>
        <p:spPr>
          <a:xfrm>
            <a:off x="4264683" y="2656756"/>
            <a:ext cx="1851088" cy="1745772"/>
          </a:xfrm>
          <a:prstGeom prst="ellipse">
            <a:avLst/>
          </a:prstGeom>
          <a:ln>
            <a:noFill/>
          </a:ln>
          <a:effectLst>
            <a:softEdge rad="112500"/>
          </a:effectLst>
        </p:spPr>
      </p:pic>
      <p:pic>
        <p:nvPicPr>
          <p:cNvPr id="7" name="Picture 6" descr="A person taking a selfie&#10;&#10;AI-generated content may be incorrect.">
            <a:extLst>
              <a:ext uri="{FF2B5EF4-FFF2-40B4-BE49-F238E27FC236}">
                <a16:creationId xmlns:a16="http://schemas.microsoft.com/office/drawing/2014/main" id="{C1DDF50A-DD09-1E77-220F-7A8C1F3D7ED3}"/>
              </a:ext>
            </a:extLst>
          </p:cNvPr>
          <p:cNvPicPr>
            <a:picLocks noChangeAspect="1"/>
          </p:cNvPicPr>
          <p:nvPr/>
        </p:nvPicPr>
        <p:blipFill>
          <a:blip r:embed="rId4"/>
          <a:stretch>
            <a:fillRect/>
          </a:stretch>
        </p:blipFill>
        <p:spPr>
          <a:xfrm>
            <a:off x="8834886" y="2602301"/>
            <a:ext cx="1955321" cy="1854681"/>
          </a:xfrm>
          <a:prstGeom prst="ellipse">
            <a:avLst/>
          </a:prstGeom>
          <a:ln>
            <a:noFill/>
          </a:ln>
          <a:effectLst>
            <a:softEdge rad="112500"/>
          </a:effectLst>
        </p:spPr>
      </p:pic>
      <p:pic>
        <p:nvPicPr>
          <p:cNvPr id="8" name="Picture 7" descr="A person standing in front of a building&#10;&#10;AI-generated content may be incorrect.">
            <a:extLst>
              <a:ext uri="{FF2B5EF4-FFF2-40B4-BE49-F238E27FC236}">
                <a16:creationId xmlns:a16="http://schemas.microsoft.com/office/drawing/2014/main" id="{9D209159-3569-6163-24E0-9DB1F12A233D}"/>
              </a:ext>
            </a:extLst>
          </p:cNvPr>
          <p:cNvPicPr>
            <a:picLocks noChangeAspect="1"/>
          </p:cNvPicPr>
          <p:nvPr/>
        </p:nvPicPr>
        <p:blipFill>
          <a:blip r:embed="rId5"/>
          <a:srcRect l="12977" t="42638" r="22187" b="285"/>
          <a:stretch>
            <a:fillRect/>
          </a:stretch>
        </p:blipFill>
        <p:spPr>
          <a:xfrm>
            <a:off x="6586627" y="2597419"/>
            <a:ext cx="1831061" cy="1937625"/>
          </a:xfrm>
          <a:prstGeom prst="ellipse">
            <a:avLst/>
          </a:prstGeom>
          <a:ln>
            <a:noFill/>
          </a:ln>
          <a:effectLst>
            <a:softEdge rad="112500"/>
          </a:effectLst>
        </p:spPr>
      </p:pic>
      <p:pic>
        <p:nvPicPr>
          <p:cNvPr id="10" name="Picture 9" descr="A person with a goatee and beard&#10;&#10;AI-generated content may be incorrect.">
            <a:extLst>
              <a:ext uri="{FF2B5EF4-FFF2-40B4-BE49-F238E27FC236}">
                <a16:creationId xmlns:a16="http://schemas.microsoft.com/office/drawing/2014/main" id="{EB66E6BC-6113-6A11-CAD1-A17FF7A1A930}"/>
              </a:ext>
            </a:extLst>
          </p:cNvPr>
          <p:cNvPicPr>
            <a:picLocks noChangeAspect="1"/>
          </p:cNvPicPr>
          <p:nvPr/>
        </p:nvPicPr>
        <p:blipFill>
          <a:blip r:embed="rId6"/>
          <a:stretch>
            <a:fillRect/>
          </a:stretch>
        </p:blipFill>
        <p:spPr>
          <a:xfrm>
            <a:off x="1952516" y="2462694"/>
            <a:ext cx="1936969" cy="1943652"/>
          </a:xfrm>
          <a:prstGeom prst="ellipse">
            <a:avLst/>
          </a:prstGeom>
          <a:ln>
            <a:noFill/>
          </a:ln>
          <a:effectLst>
            <a:softEdge rad="112500"/>
          </a:effectLst>
        </p:spPr>
      </p:pic>
    </p:spTree>
    <p:extLst>
      <p:ext uri="{BB962C8B-B14F-4D97-AF65-F5344CB8AC3E}">
        <p14:creationId xmlns:p14="http://schemas.microsoft.com/office/powerpoint/2010/main" val="33284263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05">
          <a:extLst>
            <a:ext uri="{FF2B5EF4-FFF2-40B4-BE49-F238E27FC236}">
              <a16:creationId xmlns:a16="http://schemas.microsoft.com/office/drawing/2014/main" id="{FD3FA945-0C61-F89C-8AD6-836A4B68F1D2}"/>
            </a:ext>
          </a:extLst>
        </p:cNvPr>
        <p:cNvGrpSpPr/>
        <p:nvPr/>
      </p:nvGrpSpPr>
      <p:grpSpPr>
        <a:xfrm>
          <a:off x="0" y="0"/>
          <a:ext cx="0" cy="0"/>
          <a:chOff x="0" y="0"/>
          <a:chExt cx="0" cy="0"/>
        </a:xfrm>
      </p:grpSpPr>
      <p:sp>
        <p:nvSpPr>
          <p:cNvPr id="9" name="Text Placeholder 8">
            <a:extLst>
              <a:ext uri="{FF2B5EF4-FFF2-40B4-BE49-F238E27FC236}">
                <a16:creationId xmlns:a16="http://schemas.microsoft.com/office/drawing/2014/main" id="{D46450B3-1876-130E-7C33-01B40B691983}"/>
              </a:ext>
            </a:extLst>
          </p:cNvPr>
          <p:cNvSpPr>
            <a:spLocks noGrp="1"/>
          </p:cNvSpPr>
          <p:nvPr>
            <p:ph type="body" idx="1"/>
          </p:nvPr>
        </p:nvSpPr>
        <p:spPr>
          <a:xfrm>
            <a:off x="341298" y="199404"/>
            <a:ext cx="11407790" cy="369291"/>
          </a:xfrm>
        </p:spPr>
        <p:txBody>
          <a:bodyPr/>
          <a:lstStyle/>
          <a:p>
            <a:r>
              <a:rPr lang="en-IN" sz="2000"/>
              <a:t>U</a:t>
            </a:r>
            <a:r>
              <a:rPr lang="en-US" sz="2000"/>
              <a:t>se case introduction: </a:t>
            </a:r>
          </a:p>
        </p:txBody>
      </p:sp>
      <p:sp>
        <p:nvSpPr>
          <p:cNvPr id="38" name="Google Shape;796;p8">
            <a:extLst>
              <a:ext uri="{FF2B5EF4-FFF2-40B4-BE49-F238E27FC236}">
                <a16:creationId xmlns:a16="http://schemas.microsoft.com/office/drawing/2014/main" id="{1F93C98C-EEE3-9125-54AD-BC88402BBC45}"/>
              </a:ext>
            </a:extLst>
          </p:cNvPr>
          <p:cNvSpPr/>
          <p:nvPr/>
        </p:nvSpPr>
        <p:spPr>
          <a:xfrm>
            <a:off x="341298" y="571898"/>
            <a:ext cx="10886699" cy="934446"/>
          </a:xfrm>
          <a:prstGeom prst="rect">
            <a:avLst/>
          </a:prstGeom>
          <a:noFill/>
          <a:ln>
            <a:noFill/>
          </a:ln>
        </p:spPr>
        <p:txBody>
          <a:bodyPr spcFirstLastPara="1" wrap="square" lIns="91425" tIns="45700" rIns="91425" bIns="45700" anchor="t" anchorCtr="0">
            <a:spAutoFit/>
          </a:bodyPr>
          <a:lstStyle/>
          <a:p>
            <a:pPr algn="just">
              <a:lnSpc>
                <a:spcPct val="114000"/>
              </a:lnSpc>
              <a:buClr>
                <a:srgbClr val="000000"/>
              </a:buClr>
              <a:defRPr/>
            </a:pPr>
            <a:r>
              <a:rPr lang="en-US" sz="1600" b="1" kern="0" err="1">
                <a:solidFill>
                  <a:srgbClr val="00BFDF"/>
                </a:solidFill>
                <a:latin typeface="Trebuchet MS"/>
                <a:ea typeface="Trebuchet MS"/>
                <a:cs typeface="Trebuchet MS"/>
                <a:sym typeface="Trebuchet MS"/>
              </a:rPr>
              <a:t>MedAxis</a:t>
            </a:r>
            <a:r>
              <a:rPr lang="en-US" sz="1600" b="1" kern="0">
                <a:solidFill>
                  <a:srgbClr val="00BFDF"/>
                </a:solidFill>
                <a:latin typeface="Trebuchet MS"/>
                <a:ea typeface="Trebuchet MS"/>
                <a:cs typeface="Trebuchet MS"/>
                <a:sym typeface="Trebuchet MS"/>
              </a:rPr>
              <a:t> is a Digital Public Infrastructure (DPI) layer that anchors pharmaceutical dispensing to verified national identities using the live MOSIP/Inji stack. We transform high-risk paper prescriptions into cryptographically signed, single-use digital Verifiable Credentials.</a:t>
            </a:r>
            <a:endParaRPr kumimoji="0" sz="1600" b="0" i="0" u="none" strike="noStrike" kern="0" cap="none" spc="0" normalizeH="0" baseline="0" noProof="0">
              <a:ln>
                <a:noFill/>
              </a:ln>
              <a:solidFill>
                <a:srgbClr val="000000"/>
              </a:solidFill>
              <a:effectLst/>
              <a:uLnTx/>
              <a:uFillTx/>
              <a:latin typeface="Arial"/>
              <a:cs typeface="Arial"/>
              <a:sym typeface="Arial"/>
            </a:endParaRPr>
          </a:p>
        </p:txBody>
      </p:sp>
      <p:sp>
        <p:nvSpPr>
          <p:cNvPr id="39" name="Google Shape;201;p4">
            <a:extLst>
              <a:ext uri="{FF2B5EF4-FFF2-40B4-BE49-F238E27FC236}">
                <a16:creationId xmlns:a16="http://schemas.microsoft.com/office/drawing/2014/main" id="{54C76D23-5E3B-2D7D-B860-68B4AC085ED3}"/>
              </a:ext>
            </a:extLst>
          </p:cNvPr>
          <p:cNvSpPr/>
          <p:nvPr/>
        </p:nvSpPr>
        <p:spPr>
          <a:xfrm>
            <a:off x="341298" y="1799317"/>
            <a:ext cx="11723475" cy="855253"/>
          </a:xfrm>
          <a:prstGeom prst="rect">
            <a:avLst/>
          </a:prstGeom>
          <a:solidFill>
            <a:srgbClr val="E6E7E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40" name="Google Shape;202;p4">
            <a:extLst>
              <a:ext uri="{FF2B5EF4-FFF2-40B4-BE49-F238E27FC236}">
                <a16:creationId xmlns:a16="http://schemas.microsoft.com/office/drawing/2014/main" id="{493E349A-2215-6E50-BE40-E2BD377F1C4D}"/>
              </a:ext>
            </a:extLst>
          </p:cNvPr>
          <p:cNvSpPr/>
          <p:nvPr/>
        </p:nvSpPr>
        <p:spPr>
          <a:xfrm rot="10800000">
            <a:off x="589053" y="1706428"/>
            <a:ext cx="1153944" cy="1089891"/>
          </a:xfrm>
          <a:custGeom>
            <a:avLst/>
            <a:gdLst/>
            <a:ahLst/>
            <a:cxnLst/>
            <a:rect l="l" t="t" r="r" b="b"/>
            <a:pathLst>
              <a:path w="1609345" h="2155104" extrusionOk="0">
                <a:moveTo>
                  <a:pt x="1609344" y="2155104"/>
                </a:moveTo>
                <a:lnTo>
                  <a:pt x="0" y="2155104"/>
                </a:lnTo>
                <a:lnTo>
                  <a:pt x="0" y="271440"/>
                </a:lnTo>
                <a:lnTo>
                  <a:pt x="11" y="271440"/>
                </a:lnTo>
                <a:lnTo>
                  <a:pt x="804674" y="0"/>
                </a:lnTo>
                <a:lnTo>
                  <a:pt x="1609336" y="271440"/>
                </a:lnTo>
                <a:lnTo>
                  <a:pt x="1609344" y="271440"/>
                </a:lnTo>
                <a:lnTo>
                  <a:pt x="1609344" y="271443"/>
                </a:lnTo>
                <a:lnTo>
                  <a:pt x="1609345" y="271443"/>
                </a:lnTo>
                <a:lnTo>
                  <a:pt x="1609344" y="27144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41" name="Google Shape;203;p4">
            <a:extLst>
              <a:ext uri="{FF2B5EF4-FFF2-40B4-BE49-F238E27FC236}">
                <a16:creationId xmlns:a16="http://schemas.microsoft.com/office/drawing/2014/main" id="{C238C00F-D177-79D1-FB63-12266DD5E998}"/>
              </a:ext>
            </a:extLst>
          </p:cNvPr>
          <p:cNvSpPr/>
          <p:nvPr/>
        </p:nvSpPr>
        <p:spPr>
          <a:xfrm>
            <a:off x="701634" y="1843020"/>
            <a:ext cx="928781" cy="817419"/>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a:solidFill>
                  <a:srgbClr val="284181"/>
                </a:solidFill>
                <a:latin typeface="Trebuchet MS"/>
                <a:ea typeface="Trebuchet MS"/>
                <a:cs typeface="Trebuchet MS"/>
                <a:sym typeface="Trebuchet MS"/>
              </a:rPr>
              <a:t>01</a:t>
            </a:r>
            <a:endParaRPr sz="2800" b="1">
              <a:solidFill>
                <a:srgbClr val="284181"/>
              </a:solidFill>
              <a:latin typeface="Trebuchet MS"/>
              <a:ea typeface="Trebuchet MS"/>
              <a:cs typeface="Trebuchet MS"/>
              <a:sym typeface="Trebuchet MS"/>
            </a:endParaRPr>
          </a:p>
        </p:txBody>
      </p:sp>
      <p:sp>
        <p:nvSpPr>
          <p:cNvPr id="42" name="Google Shape;204;p4">
            <a:extLst>
              <a:ext uri="{FF2B5EF4-FFF2-40B4-BE49-F238E27FC236}">
                <a16:creationId xmlns:a16="http://schemas.microsoft.com/office/drawing/2014/main" id="{27023E89-83C6-ABF0-705B-E875FA8AA5D7}"/>
              </a:ext>
            </a:extLst>
          </p:cNvPr>
          <p:cNvSpPr txBox="1">
            <a:spLocks/>
          </p:cNvSpPr>
          <p:nvPr/>
        </p:nvSpPr>
        <p:spPr>
          <a:xfrm>
            <a:off x="1844694" y="1954262"/>
            <a:ext cx="10222614" cy="590891"/>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L="0" marR="0" lvl="0" indent="0" algn="l" rtl="0">
              <a:lnSpc>
                <a:spcPct val="90000"/>
              </a:lnSpc>
              <a:spcBef>
                <a:spcPts val="0"/>
              </a:spcBef>
              <a:spcAft>
                <a:spcPts val="0"/>
              </a:spcAft>
              <a:buClr>
                <a:srgbClr val="284181"/>
              </a:buClr>
              <a:buSzPts val="2800"/>
              <a:buFont typeface="Arial"/>
              <a:buNone/>
              <a:defRPr sz="2400" b="1" i="0" u="none" strike="noStrike" cap="none">
                <a:solidFill>
                  <a:srgbClr val="284181"/>
                </a:solidFill>
                <a:latin typeface="Trebuchet MS"/>
                <a:ea typeface="Trebuchet MS"/>
                <a:cs typeface="Trebuchet MS"/>
                <a:sym typeface="Trebuchet M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Trebuchet MS"/>
                <a:ea typeface="Trebuchet MS"/>
                <a:cs typeface="Trebuchet MS"/>
                <a:sym typeface="Trebuchet MS"/>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Trebuchet MS"/>
                <a:ea typeface="Trebuchet MS"/>
                <a:cs typeface="Trebuchet MS"/>
                <a:sym typeface="Trebuchet M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9pPr>
          </a:lstStyle>
          <a:p>
            <a:r>
              <a:rPr lang="en-US" sz="1800" kern="0">
                <a:solidFill>
                  <a:srgbClr val="595959"/>
                </a:solidFill>
                <a:cs typeface="Arial"/>
              </a:rPr>
              <a:t>Morocco's paper-based prescription system enables forgery, duplicate dispensing across pharmacies, and unverified doctor licenses — fueling drug abuse and insurance fraud.</a:t>
            </a:r>
            <a:endParaRPr lang="en-US" sz="1800"/>
          </a:p>
        </p:txBody>
      </p:sp>
      <p:sp>
        <p:nvSpPr>
          <p:cNvPr id="43" name="Google Shape;206;p4">
            <a:extLst>
              <a:ext uri="{FF2B5EF4-FFF2-40B4-BE49-F238E27FC236}">
                <a16:creationId xmlns:a16="http://schemas.microsoft.com/office/drawing/2014/main" id="{9FF61BAC-3CDC-ADB5-8855-F69C12C9F68C}"/>
              </a:ext>
            </a:extLst>
          </p:cNvPr>
          <p:cNvSpPr/>
          <p:nvPr/>
        </p:nvSpPr>
        <p:spPr>
          <a:xfrm>
            <a:off x="341298" y="3072504"/>
            <a:ext cx="11734361" cy="855253"/>
          </a:xfrm>
          <a:prstGeom prst="rect">
            <a:avLst/>
          </a:prstGeom>
          <a:solidFill>
            <a:srgbClr val="E6E7E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44" name="Google Shape;207;p4">
            <a:extLst>
              <a:ext uri="{FF2B5EF4-FFF2-40B4-BE49-F238E27FC236}">
                <a16:creationId xmlns:a16="http://schemas.microsoft.com/office/drawing/2014/main" id="{557F5E40-84FB-7728-ACF1-4AD389A923C4}"/>
              </a:ext>
            </a:extLst>
          </p:cNvPr>
          <p:cNvSpPr/>
          <p:nvPr/>
        </p:nvSpPr>
        <p:spPr>
          <a:xfrm rot="10800000">
            <a:off x="589053" y="2979615"/>
            <a:ext cx="1153944" cy="1089891"/>
          </a:xfrm>
          <a:custGeom>
            <a:avLst/>
            <a:gdLst/>
            <a:ahLst/>
            <a:cxnLst/>
            <a:rect l="l" t="t" r="r" b="b"/>
            <a:pathLst>
              <a:path w="1609345" h="2155104" extrusionOk="0">
                <a:moveTo>
                  <a:pt x="1609344" y="2155104"/>
                </a:moveTo>
                <a:lnTo>
                  <a:pt x="0" y="2155104"/>
                </a:lnTo>
                <a:lnTo>
                  <a:pt x="0" y="271440"/>
                </a:lnTo>
                <a:lnTo>
                  <a:pt x="11" y="271440"/>
                </a:lnTo>
                <a:lnTo>
                  <a:pt x="804674" y="0"/>
                </a:lnTo>
                <a:lnTo>
                  <a:pt x="1609336" y="271440"/>
                </a:lnTo>
                <a:lnTo>
                  <a:pt x="1609344" y="271440"/>
                </a:lnTo>
                <a:lnTo>
                  <a:pt x="1609344" y="271443"/>
                </a:lnTo>
                <a:lnTo>
                  <a:pt x="1609345" y="271443"/>
                </a:lnTo>
                <a:lnTo>
                  <a:pt x="1609344" y="271443"/>
                </a:lnTo>
                <a:close/>
              </a:path>
            </a:pathLst>
          </a:custGeom>
          <a:solidFill>
            <a:srgbClr val="00BFD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45" name="Google Shape;208;p4">
            <a:extLst>
              <a:ext uri="{FF2B5EF4-FFF2-40B4-BE49-F238E27FC236}">
                <a16:creationId xmlns:a16="http://schemas.microsoft.com/office/drawing/2014/main" id="{F76A0BFD-A173-0D77-CA20-414475F3E06B}"/>
              </a:ext>
            </a:extLst>
          </p:cNvPr>
          <p:cNvSpPr/>
          <p:nvPr/>
        </p:nvSpPr>
        <p:spPr>
          <a:xfrm>
            <a:off x="701635" y="3115851"/>
            <a:ext cx="928781" cy="817419"/>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a:solidFill>
                  <a:srgbClr val="00BFDF"/>
                </a:solidFill>
                <a:latin typeface="Trebuchet MS"/>
                <a:ea typeface="Trebuchet MS"/>
                <a:cs typeface="Trebuchet MS"/>
                <a:sym typeface="Trebuchet MS"/>
              </a:rPr>
              <a:t>02</a:t>
            </a:r>
            <a:endParaRPr sz="2800" b="1">
              <a:solidFill>
                <a:srgbClr val="00BFDF"/>
              </a:solidFill>
              <a:latin typeface="Trebuchet MS"/>
              <a:ea typeface="Trebuchet MS"/>
              <a:cs typeface="Trebuchet MS"/>
              <a:sym typeface="Trebuchet MS"/>
            </a:endParaRPr>
          </a:p>
        </p:txBody>
      </p:sp>
      <p:sp>
        <p:nvSpPr>
          <p:cNvPr id="46" name="Google Shape;209;p4">
            <a:extLst>
              <a:ext uri="{FF2B5EF4-FFF2-40B4-BE49-F238E27FC236}">
                <a16:creationId xmlns:a16="http://schemas.microsoft.com/office/drawing/2014/main" id="{ECA474AC-3B03-C0AD-1D2E-4AED13E548DC}"/>
              </a:ext>
            </a:extLst>
          </p:cNvPr>
          <p:cNvSpPr txBox="1">
            <a:spLocks/>
          </p:cNvSpPr>
          <p:nvPr/>
        </p:nvSpPr>
        <p:spPr>
          <a:xfrm>
            <a:off x="1847364" y="3206146"/>
            <a:ext cx="9841408" cy="590891"/>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L="0" marR="0" lvl="0" indent="0" algn="l" rtl="0">
              <a:lnSpc>
                <a:spcPct val="90000"/>
              </a:lnSpc>
              <a:spcBef>
                <a:spcPts val="0"/>
              </a:spcBef>
              <a:spcAft>
                <a:spcPts val="0"/>
              </a:spcAft>
              <a:buClr>
                <a:srgbClr val="284181"/>
              </a:buClr>
              <a:buSzPts val="2800"/>
              <a:buFont typeface="Arial"/>
              <a:buNone/>
              <a:defRPr sz="2400" b="1" i="0" u="none" strike="noStrike" cap="none">
                <a:solidFill>
                  <a:srgbClr val="284181"/>
                </a:solidFill>
                <a:latin typeface="Trebuchet MS"/>
                <a:ea typeface="Trebuchet MS"/>
                <a:cs typeface="Trebuchet MS"/>
                <a:sym typeface="Trebuchet M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Trebuchet MS"/>
                <a:ea typeface="Trebuchet MS"/>
                <a:cs typeface="Trebuchet MS"/>
                <a:sym typeface="Trebuchet MS"/>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Trebuchet MS"/>
                <a:ea typeface="Trebuchet MS"/>
                <a:cs typeface="Trebuchet MS"/>
                <a:sym typeface="Trebuchet M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9pPr>
          </a:lstStyle>
          <a:p>
            <a:r>
              <a:rPr lang="en-IN" sz="1800" kern="0">
                <a:solidFill>
                  <a:srgbClr val="00BFDF"/>
                </a:solidFill>
                <a:cs typeface="Arial"/>
              </a:rPr>
              <a:t>Every prescription is issued digitally by a verified doctor, cryptographically signed, and permanently locked on a national ledger once dispensed. No reuse. No forgery.</a:t>
            </a:r>
            <a:endParaRPr lang="en-US" sz="1800"/>
          </a:p>
        </p:txBody>
      </p:sp>
      <p:sp>
        <p:nvSpPr>
          <p:cNvPr id="47" name="Google Shape;211;p4">
            <a:extLst>
              <a:ext uri="{FF2B5EF4-FFF2-40B4-BE49-F238E27FC236}">
                <a16:creationId xmlns:a16="http://schemas.microsoft.com/office/drawing/2014/main" id="{A8F76193-A2CD-8826-EBFA-D6560F6CD493}"/>
              </a:ext>
            </a:extLst>
          </p:cNvPr>
          <p:cNvSpPr/>
          <p:nvPr/>
        </p:nvSpPr>
        <p:spPr>
          <a:xfrm>
            <a:off x="341298" y="4345691"/>
            <a:ext cx="11723475" cy="855253"/>
          </a:xfrm>
          <a:prstGeom prst="rect">
            <a:avLst/>
          </a:prstGeom>
          <a:solidFill>
            <a:srgbClr val="E6E7E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48" name="Google Shape;212;p4">
            <a:extLst>
              <a:ext uri="{FF2B5EF4-FFF2-40B4-BE49-F238E27FC236}">
                <a16:creationId xmlns:a16="http://schemas.microsoft.com/office/drawing/2014/main" id="{833FD31B-33BC-8BE0-9588-DC6FB6F0F008}"/>
              </a:ext>
            </a:extLst>
          </p:cNvPr>
          <p:cNvSpPr/>
          <p:nvPr/>
        </p:nvSpPr>
        <p:spPr>
          <a:xfrm rot="10800000">
            <a:off x="589053" y="4252802"/>
            <a:ext cx="1153944" cy="1089891"/>
          </a:xfrm>
          <a:custGeom>
            <a:avLst/>
            <a:gdLst/>
            <a:ahLst/>
            <a:cxnLst/>
            <a:rect l="l" t="t" r="r" b="b"/>
            <a:pathLst>
              <a:path w="1609345" h="2155104" extrusionOk="0">
                <a:moveTo>
                  <a:pt x="1609344" y="2155104"/>
                </a:moveTo>
                <a:lnTo>
                  <a:pt x="0" y="2155104"/>
                </a:lnTo>
                <a:lnTo>
                  <a:pt x="0" y="271440"/>
                </a:lnTo>
                <a:lnTo>
                  <a:pt x="11" y="271440"/>
                </a:lnTo>
                <a:lnTo>
                  <a:pt x="804674" y="0"/>
                </a:lnTo>
                <a:lnTo>
                  <a:pt x="1609336" y="271440"/>
                </a:lnTo>
                <a:lnTo>
                  <a:pt x="1609344" y="271440"/>
                </a:lnTo>
                <a:lnTo>
                  <a:pt x="1609344" y="271443"/>
                </a:lnTo>
                <a:lnTo>
                  <a:pt x="1609345" y="271443"/>
                </a:lnTo>
                <a:lnTo>
                  <a:pt x="1609344" y="271443"/>
                </a:lnTo>
                <a:close/>
              </a:path>
            </a:pathLst>
          </a:custGeom>
          <a:solidFill>
            <a:srgbClr val="5A5A5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49" name="Google Shape;213;p4">
            <a:extLst>
              <a:ext uri="{FF2B5EF4-FFF2-40B4-BE49-F238E27FC236}">
                <a16:creationId xmlns:a16="http://schemas.microsoft.com/office/drawing/2014/main" id="{C143FA46-D0FC-8FB6-6C1C-ED7B4CA58DA1}"/>
              </a:ext>
            </a:extLst>
          </p:cNvPr>
          <p:cNvSpPr/>
          <p:nvPr/>
        </p:nvSpPr>
        <p:spPr>
          <a:xfrm>
            <a:off x="701635" y="4389038"/>
            <a:ext cx="928781" cy="817419"/>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a:solidFill>
                  <a:srgbClr val="5A5A5A"/>
                </a:solidFill>
                <a:latin typeface="Trebuchet MS"/>
                <a:ea typeface="Trebuchet MS"/>
                <a:cs typeface="Trebuchet MS"/>
                <a:sym typeface="Trebuchet MS"/>
              </a:rPr>
              <a:t>03</a:t>
            </a:r>
            <a:endParaRPr sz="2800" b="1">
              <a:solidFill>
                <a:srgbClr val="5A5A5A"/>
              </a:solidFill>
              <a:latin typeface="Trebuchet MS"/>
              <a:ea typeface="Trebuchet MS"/>
              <a:cs typeface="Trebuchet MS"/>
              <a:sym typeface="Trebuchet MS"/>
            </a:endParaRPr>
          </a:p>
        </p:txBody>
      </p:sp>
      <p:sp>
        <p:nvSpPr>
          <p:cNvPr id="50" name="Google Shape;214;p4">
            <a:extLst>
              <a:ext uri="{FF2B5EF4-FFF2-40B4-BE49-F238E27FC236}">
                <a16:creationId xmlns:a16="http://schemas.microsoft.com/office/drawing/2014/main" id="{9017105D-5591-3292-6FE4-8B19CD6C38E9}"/>
              </a:ext>
            </a:extLst>
          </p:cNvPr>
          <p:cNvSpPr txBox="1">
            <a:spLocks/>
          </p:cNvSpPr>
          <p:nvPr/>
        </p:nvSpPr>
        <p:spPr>
          <a:xfrm>
            <a:off x="1841200" y="4337876"/>
            <a:ext cx="10244388" cy="840190"/>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L="0" marR="0" lvl="0" indent="0" algn="l" rtl="0">
              <a:lnSpc>
                <a:spcPct val="90000"/>
              </a:lnSpc>
              <a:spcBef>
                <a:spcPts val="0"/>
              </a:spcBef>
              <a:spcAft>
                <a:spcPts val="0"/>
              </a:spcAft>
              <a:buClr>
                <a:srgbClr val="284181"/>
              </a:buClr>
              <a:buSzPts val="2800"/>
              <a:buFont typeface="Arial"/>
              <a:buNone/>
              <a:defRPr sz="2400" b="1" i="0" u="none" strike="noStrike" cap="none">
                <a:solidFill>
                  <a:srgbClr val="284181"/>
                </a:solidFill>
                <a:latin typeface="Trebuchet MS"/>
                <a:ea typeface="Trebuchet MS"/>
                <a:cs typeface="Trebuchet MS"/>
                <a:sym typeface="Trebuchet M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Trebuchet MS"/>
                <a:ea typeface="Trebuchet MS"/>
                <a:cs typeface="Trebuchet MS"/>
                <a:sym typeface="Trebuchet MS"/>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Trebuchet MS"/>
                <a:ea typeface="Trebuchet MS"/>
                <a:cs typeface="Trebuchet MS"/>
                <a:sym typeface="Trebuchet M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9pPr>
          </a:lstStyle>
          <a:p>
            <a:r>
              <a:rPr lang="en-US" sz="1800" kern="0">
                <a:solidFill>
                  <a:srgbClr val="595959"/>
                </a:solidFill>
                <a:cs typeface="Arial"/>
              </a:rPr>
              <a:t>Doctors, pharmacists, and patients authenticate via MOSIP </a:t>
            </a:r>
            <a:r>
              <a:rPr lang="en-US" sz="1800" kern="0" err="1">
                <a:solidFill>
                  <a:srgbClr val="595959"/>
                </a:solidFill>
                <a:cs typeface="Arial"/>
              </a:rPr>
              <a:t>eSignet</a:t>
            </a:r>
            <a:r>
              <a:rPr lang="en-US" sz="1800" kern="0">
                <a:solidFill>
                  <a:srgbClr val="595959"/>
                </a:solidFill>
                <a:cs typeface="Arial"/>
              </a:rPr>
              <a:t> using their digital ID. Prescriptions are issued as W3C Verifiable Credentials — downloadable via Inji Wallet and verifiable via Inji Verify at the pharmacy counter.</a:t>
            </a:r>
            <a:endParaRPr lang="en-US" sz="1800"/>
          </a:p>
        </p:txBody>
      </p:sp>
      <p:sp>
        <p:nvSpPr>
          <p:cNvPr id="51" name="Google Shape;216;p4">
            <a:extLst>
              <a:ext uri="{FF2B5EF4-FFF2-40B4-BE49-F238E27FC236}">
                <a16:creationId xmlns:a16="http://schemas.microsoft.com/office/drawing/2014/main" id="{3C9BC740-06F4-26DE-45B9-157F4355BB87}"/>
              </a:ext>
            </a:extLst>
          </p:cNvPr>
          <p:cNvSpPr/>
          <p:nvPr/>
        </p:nvSpPr>
        <p:spPr>
          <a:xfrm>
            <a:off x="1742996" y="2979615"/>
            <a:ext cx="91936" cy="92889"/>
          </a:xfrm>
          <a:prstGeom prst="rtTriangle">
            <a:avLst/>
          </a:prstGeom>
          <a:solidFill>
            <a:srgbClr val="6ECF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52" name="Google Shape;217;p4">
            <a:extLst>
              <a:ext uri="{FF2B5EF4-FFF2-40B4-BE49-F238E27FC236}">
                <a16:creationId xmlns:a16="http://schemas.microsoft.com/office/drawing/2014/main" id="{E6CFC933-B579-C139-CFBC-4057D6E8C386}"/>
              </a:ext>
            </a:extLst>
          </p:cNvPr>
          <p:cNvSpPr/>
          <p:nvPr/>
        </p:nvSpPr>
        <p:spPr>
          <a:xfrm>
            <a:off x="1742996" y="1708273"/>
            <a:ext cx="91936" cy="92889"/>
          </a:xfrm>
          <a:prstGeom prst="rtTriangle">
            <a:avLst/>
          </a:prstGeom>
          <a:solidFill>
            <a:srgbClr val="436AB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53" name="Google Shape;218;p4">
            <a:extLst>
              <a:ext uri="{FF2B5EF4-FFF2-40B4-BE49-F238E27FC236}">
                <a16:creationId xmlns:a16="http://schemas.microsoft.com/office/drawing/2014/main" id="{30B7A83E-6D3C-3A28-0698-A760E599C68C}"/>
              </a:ext>
            </a:extLst>
          </p:cNvPr>
          <p:cNvSpPr/>
          <p:nvPr/>
        </p:nvSpPr>
        <p:spPr>
          <a:xfrm>
            <a:off x="1742996" y="4252802"/>
            <a:ext cx="91936" cy="92889"/>
          </a:xfrm>
          <a:prstGeom prst="rtTriangle">
            <a:avLst/>
          </a:prstGeom>
          <a:solidFill>
            <a:srgbClr val="93959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3" name="Google Shape;201;p4">
            <a:extLst>
              <a:ext uri="{FF2B5EF4-FFF2-40B4-BE49-F238E27FC236}">
                <a16:creationId xmlns:a16="http://schemas.microsoft.com/office/drawing/2014/main" id="{693F08C5-B35A-B9F3-07C2-DEA4D3767065}"/>
              </a:ext>
            </a:extLst>
          </p:cNvPr>
          <p:cNvSpPr/>
          <p:nvPr/>
        </p:nvSpPr>
        <p:spPr>
          <a:xfrm>
            <a:off x="10254343" y="1793"/>
            <a:ext cx="1942488" cy="34865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Trebuchet MS"/>
                <a:ea typeface="Trebuchet MS"/>
                <a:cs typeface="Trebuchet MS"/>
                <a:sym typeface="Trebuchet MS"/>
              </a:rPr>
              <a:t>Time: 1 min</a:t>
            </a:r>
            <a:endParaRPr sz="1800">
              <a:solidFill>
                <a:schemeClr val="lt1"/>
              </a:solidFill>
              <a:latin typeface="Trebuchet MS"/>
              <a:ea typeface="Trebuchet MS"/>
              <a:cs typeface="Trebuchet MS"/>
              <a:sym typeface="Trebuchet MS"/>
            </a:endParaRPr>
          </a:p>
        </p:txBody>
      </p:sp>
    </p:spTree>
    <p:extLst>
      <p:ext uri="{BB962C8B-B14F-4D97-AF65-F5344CB8AC3E}">
        <p14:creationId xmlns:p14="http://schemas.microsoft.com/office/powerpoint/2010/main" val="41730129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05">
          <a:extLst>
            <a:ext uri="{FF2B5EF4-FFF2-40B4-BE49-F238E27FC236}">
              <a16:creationId xmlns:a16="http://schemas.microsoft.com/office/drawing/2014/main" id="{F593A43B-569C-4BC8-9C5B-5B64C0508CB6}"/>
            </a:ext>
          </a:extLst>
        </p:cNvPr>
        <p:cNvGrpSpPr/>
        <p:nvPr/>
      </p:nvGrpSpPr>
      <p:grpSpPr>
        <a:xfrm>
          <a:off x="0" y="0"/>
          <a:ext cx="0" cy="0"/>
          <a:chOff x="0" y="0"/>
          <a:chExt cx="0" cy="0"/>
        </a:xfrm>
      </p:grpSpPr>
      <p:sp>
        <p:nvSpPr>
          <p:cNvPr id="9" name="Text Placeholder 8">
            <a:extLst>
              <a:ext uri="{FF2B5EF4-FFF2-40B4-BE49-F238E27FC236}">
                <a16:creationId xmlns:a16="http://schemas.microsoft.com/office/drawing/2014/main" id="{6B4F3978-A832-B6E8-7856-D1E771597E61}"/>
              </a:ext>
            </a:extLst>
          </p:cNvPr>
          <p:cNvSpPr>
            <a:spLocks noGrp="1"/>
          </p:cNvSpPr>
          <p:nvPr>
            <p:ph type="body" idx="1"/>
          </p:nvPr>
        </p:nvSpPr>
        <p:spPr>
          <a:xfrm>
            <a:off x="341298" y="199404"/>
            <a:ext cx="11407790" cy="369291"/>
          </a:xfrm>
        </p:spPr>
        <p:txBody>
          <a:bodyPr/>
          <a:lstStyle/>
          <a:p>
            <a:r>
              <a:rPr lang="en-US" sz="2000" dirty="0"/>
              <a:t>Problem statement: The Failure of Paper-Based Governance</a:t>
            </a:r>
          </a:p>
        </p:txBody>
      </p:sp>
      <p:sp>
        <p:nvSpPr>
          <p:cNvPr id="8" name="Google Shape;796;p8">
            <a:extLst>
              <a:ext uri="{FF2B5EF4-FFF2-40B4-BE49-F238E27FC236}">
                <a16:creationId xmlns:a16="http://schemas.microsoft.com/office/drawing/2014/main" id="{F067EDAD-0B7B-5CAE-AE07-1EC7ED524F74}"/>
              </a:ext>
            </a:extLst>
          </p:cNvPr>
          <p:cNvSpPr/>
          <p:nvPr/>
        </p:nvSpPr>
        <p:spPr>
          <a:xfrm>
            <a:off x="354010" y="562314"/>
            <a:ext cx="11395078" cy="865453"/>
          </a:xfrm>
          <a:prstGeom prst="rect">
            <a:avLst/>
          </a:prstGeom>
          <a:noFill/>
          <a:ln>
            <a:noFill/>
          </a:ln>
        </p:spPr>
        <p:txBody>
          <a:bodyPr spcFirstLastPara="1" wrap="square" lIns="91425" tIns="45700" rIns="91425" bIns="45700" anchor="t" anchorCtr="0">
            <a:spAutoFit/>
          </a:bodyPr>
          <a:lstStyle/>
          <a:p>
            <a:pPr>
              <a:defRPr/>
            </a:pPr>
            <a:r>
              <a:rPr lang="en-US" sz="1600" b="1" kern="0">
                <a:solidFill>
                  <a:srgbClr val="00BFDF"/>
                </a:solidFill>
                <a:latin typeface="Trebuchet MS"/>
                <a:cs typeface="Arial"/>
              </a:rPr>
              <a:t>The pharmaceutical sector in Morocco and across Africa operates on a zero-visibility paper trail. This isn't just an administrative delay; it is a structural security gap in national healthcare.</a:t>
            </a:r>
            <a:endParaRPr lang="en-US"/>
          </a:p>
          <a:p>
            <a:pPr lvl="0">
              <a:lnSpc>
                <a:spcPct val="113999"/>
              </a:lnSpc>
              <a:defRPr/>
            </a:pPr>
            <a:endParaRPr lang="en-US" sz="1600" b="1" i="0" u="none" strike="noStrike" kern="0" cap="none" spc="0" normalizeH="0" baseline="0" noProof="0">
              <a:ln>
                <a:noFill/>
              </a:ln>
              <a:solidFill>
                <a:srgbClr val="00BFDF"/>
              </a:solidFill>
              <a:effectLst/>
              <a:uLnTx/>
              <a:uFillTx/>
              <a:latin typeface="Trebuchet MS"/>
              <a:cs typeface="Arial"/>
            </a:endParaRPr>
          </a:p>
        </p:txBody>
      </p:sp>
      <p:sp>
        <p:nvSpPr>
          <p:cNvPr id="88" name="Google Shape;399;p6">
            <a:extLst>
              <a:ext uri="{FF2B5EF4-FFF2-40B4-BE49-F238E27FC236}">
                <a16:creationId xmlns:a16="http://schemas.microsoft.com/office/drawing/2014/main" id="{E4ACFC2D-CF54-B8C7-342D-032F725F757B}"/>
              </a:ext>
            </a:extLst>
          </p:cNvPr>
          <p:cNvSpPr/>
          <p:nvPr/>
        </p:nvSpPr>
        <p:spPr>
          <a:xfrm>
            <a:off x="653143" y="1456024"/>
            <a:ext cx="10983686" cy="3708667"/>
          </a:xfrm>
          <a:prstGeom prst="rect">
            <a:avLst/>
          </a:prstGeom>
          <a:noFill/>
          <a:ln>
            <a:noFill/>
          </a:ln>
        </p:spPr>
        <p:txBody>
          <a:bodyPr spcFirstLastPara="1" wrap="square" lIns="91425" tIns="45700" rIns="91425" bIns="45700" anchor="t" anchorCtr="0">
            <a:spAutoFit/>
          </a:bodyPr>
          <a:lstStyle/>
          <a:p>
            <a:pPr marL="342900" indent="-342900">
              <a:buClr>
                <a:srgbClr val="000000"/>
              </a:buClr>
              <a:buAutoNum type="arabicPeriod"/>
              <a:defRPr/>
            </a:pPr>
            <a:r>
              <a:rPr lang="en-US" b="1" u="sng">
                <a:solidFill>
                  <a:srgbClr val="000000"/>
                </a:solidFill>
                <a:latin typeface="Trebuchet MS"/>
                <a:ea typeface="+mn-lt"/>
                <a:cs typeface="+mn-lt"/>
              </a:rPr>
              <a:t>Current process:</a:t>
            </a:r>
            <a:r>
              <a:rPr lang="en-US" b="1">
                <a:latin typeface="Trebuchet MS"/>
                <a:ea typeface="+mn-lt"/>
                <a:cs typeface="+mn-lt"/>
              </a:rPr>
              <a:t> Doctors write paper prescriptions. Patients take them to any pharmacy. No verification of the doctor's license, no check on whether the prescription was already used elsewhere, no central record.</a:t>
            </a:r>
            <a:endParaRPr lang="en-US" b="1">
              <a:latin typeface="Trebuchet MS"/>
              <a:cs typeface="Arial"/>
            </a:endParaRPr>
          </a:p>
          <a:p>
            <a:pPr marL="342900" indent="-342900">
              <a:buClr>
                <a:srgbClr val="000000"/>
              </a:buClr>
              <a:buAutoNum type="arabicPeriod"/>
              <a:defRPr/>
            </a:pPr>
            <a:r>
              <a:rPr lang="en-US" b="1" u="sng">
                <a:solidFill>
                  <a:srgbClr val="000000"/>
                </a:solidFill>
                <a:latin typeface="Trebuchet MS"/>
                <a:ea typeface="+mn-lt"/>
                <a:cs typeface="+mn-lt"/>
              </a:rPr>
              <a:t>Barriers:</a:t>
            </a:r>
            <a:r>
              <a:rPr lang="en-US" b="1">
                <a:latin typeface="Trebuchet MS"/>
                <a:ea typeface="+mn-lt"/>
                <a:cs typeface="+mn-lt"/>
              </a:rPr>
              <a:t> Patients can visit multiple pharmacies with the same prescription. Counterfeit prescriptions are easy to produce. Pharmacists have no way to verify doctor licenses in real time. Rural patients are excluded from any digital health record.</a:t>
            </a:r>
            <a:endParaRPr lang="en-US" b="1">
              <a:latin typeface="Trebuchet MS"/>
              <a:cs typeface="Arial"/>
            </a:endParaRPr>
          </a:p>
          <a:p>
            <a:pPr marL="342900" indent="-342900">
              <a:buClr>
                <a:srgbClr val="000000"/>
              </a:buClr>
              <a:buAutoNum type="arabicPeriod"/>
              <a:defRPr/>
            </a:pPr>
            <a:r>
              <a:rPr lang="en-US" b="1" u="sng">
                <a:solidFill>
                  <a:srgbClr val="000000"/>
                </a:solidFill>
                <a:latin typeface="Trebuchet MS"/>
                <a:ea typeface="+mn-lt"/>
                <a:cs typeface="+mn-lt"/>
              </a:rPr>
              <a:t>How absence of Digital ID worsens it:</a:t>
            </a:r>
            <a:r>
              <a:rPr lang="en-US" b="1">
                <a:latin typeface="Trebuchet MS"/>
                <a:ea typeface="+mn-lt"/>
                <a:cs typeface="+mn-lt"/>
              </a:rPr>
              <a:t> Without a national Digital ID link, there is no way to tie a prescription to a specific verified doctor or patient. Duplicate identities, forged credentials, and anonymous dispensing are all possible.</a:t>
            </a:r>
            <a:endParaRPr lang="en-US" b="1">
              <a:latin typeface="Trebuchet MS"/>
              <a:cs typeface="Arial"/>
            </a:endParaRPr>
          </a:p>
          <a:p>
            <a:pPr marL="342900" indent="-342900">
              <a:buClr>
                <a:srgbClr val="000000"/>
              </a:buClr>
              <a:buAutoNum type="arabicPeriod"/>
              <a:defRPr/>
            </a:pPr>
            <a:r>
              <a:rPr lang="en-US" b="1" u="sng">
                <a:solidFill>
                  <a:srgbClr val="000000"/>
                </a:solidFill>
                <a:latin typeface="Trebuchet MS"/>
                <a:ea typeface="+mn-lt"/>
                <a:cs typeface="+mn-lt"/>
              </a:rPr>
              <a:t>Scale and urgency:</a:t>
            </a:r>
            <a:r>
              <a:rPr lang="en-US" b="1">
                <a:latin typeface="Trebuchet MS"/>
                <a:ea typeface="+mn-lt"/>
                <a:cs typeface="+mn-lt"/>
              </a:rPr>
              <a:t> Morocco spends over $2.5B annually on healthcare — an estimated 15-20% lost to fraud and duplicate dispensing. Controlled substance abuse rates are rising 12% year-on-year. 6.5 million patients have no formal health record linkage.</a:t>
            </a:r>
            <a:endParaRPr lang="en-US" b="1">
              <a:latin typeface="Trebuchet MS"/>
              <a:cs typeface="Arial"/>
            </a:endParaRPr>
          </a:p>
          <a:p>
            <a:pPr marL="342900" indent="-342900">
              <a:spcBef>
                <a:spcPts val="600"/>
              </a:spcBef>
              <a:buClr>
                <a:srgbClr val="000000"/>
              </a:buClr>
              <a:buAutoNum type="arabicPeriod"/>
              <a:defRPr/>
            </a:pPr>
            <a:endParaRPr lang="en-US" sz="1400" b="1" i="1" kern="0">
              <a:solidFill>
                <a:srgbClr val="767171"/>
              </a:solidFill>
              <a:latin typeface="Trebuchet MS"/>
              <a:cs typeface="Arial"/>
            </a:endParaRPr>
          </a:p>
        </p:txBody>
      </p:sp>
      <p:sp>
        <p:nvSpPr>
          <p:cNvPr id="7" name="Google Shape;201;p4">
            <a:extLst>
              <a:ext uri="{FF2B5EF4-FFF2-40B4-BE49-F238E27FC236}">
                <a16:creationId xmlns:a16="http://schemas.microsoft.com/office/drawing/2014/main" id="{DB058C11-ADF8-8720-53DA-344C47D6B28C}"/>
              </a:ext>
            </a:extLst>
          </p:cNvPr>
          <p:cNvSpPr/>
          <p:nvPr/>
        </p:nvSpPr>
        <p:spPr>
          <a:xfrm>
            <a:off x="10254343" y="1793"/>
            <a:ext cx="1942488" cy="34865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Trebuchet MS"/>
                <a:ea typeface="Trebuchet MS"/>
                <a:cs typeface="Trebuchet MS"/>
                <a:sym typeface="Trebuchet MS"/>
              </a:rPr>
              <a:t>Time: 1 min</a:t>
            </a:r>
            <a:endParaRPr sz="1800" dirty="0">
              <a:solidFill>
                <a:schemeClr val="lt1"/>
              </a:solidFill>
              <a:latin typeface="Trebuchet MS"/>
              <a:ea typeface="Trebuchet MS"/>
              <a:cs typeface="Trebuchet MS"/>
              <a:sym typeface="Trebuchet MS"/>
            </a:endParaRPr>
          </a:p>
        </p:txBody>
      </p:sp>
    </p:spTree>
    <p:extLst>
      <p:ext uri="{BB962C8B-B14F-4D97-AF65-F5344CB8AC3E}">
        <p14:creationId xmlns:p14="http://schemas.microsoft.com/office/powerpoint/2010/main" val="37890981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5">
          <a:extLst>
            <a:ext uri="{FF2B5EF4-FFF2-40B4-BE49-F238E27FC236}">
              <a16:creationId xmlns:a16="http://schemas.microsoft.com/office/drawing/2014/main" id="{BED3B21A-E326-AA23-70D1-AB49B4E7A727}"/>
            </a:ext>
          </a:extLst>
        </p:cNvPr>
        <p:cNvGrpSpPr/>
        <p:nvPr/>
      </p:nvGrpSpPr>
      <p:grpSpPr>
        <a:xfrm>
          <a:off x="0" y="0"/>
          <a:ext cx="0" cy="0"/>
          <a:chOff x="0" y="0"/>
          <a:chExt cx="0" cy="0"/>
        </a:xfrm>
      </p:grpSpPr>
      <p:sp>
        <p:nvSpPr>
          <p:cNvPr id="9" name="Text Placeholder 8">
            <a:extLst>
              <a:ext uri="{FF2B5EF4-FFF2-40B4-BE49-F238E27FC236}">
                <a16:creationId xmlns:a16="http://schemas.microsoft.com/office/drawing/2014/main" id="{43CDA1FA-69E5-315B-3E9E-5D46FC068DC7}"/>
              </a:ext>
            </a:extLst>
          </p:cNvPr>
          <p:cNvSpPr>
            <a:spLocks noGrp="1"/>
          </p:cNvSpPr>
          <p:nvPr>
            <p:ph type="body" idx="1"/>
          </p:nvPr>
        </p:nvSpPr>
        <p:spPr>
          <a:xfrm>
            <a:off x="341298" y="199404"/>
            <a:ext cx="11407790" cy="369291"/>
          </a:xfrm>
        </p:spPr>
        <p:txBody>
          <a:bodyPr/>
          <a:lstStyle/>
          <a:p>
            <a:r>
              <a:rPr lang="en-US" sz="2000"/>
              <a:t>Proposed solution overview</a:t>
            </a:r>
          </a:p>
        </p:txBody>
      </p:sp>
      <p:sp>
        <p:nvSpPr>
          <p:cNvPr id="113" name="Google Shape;796;p8">
            <a:extLst>
              <a:ext uri="{FF2B5EF4-FFF2-40B4-BE49-F238E27FC236}">
                <a16:creationId xmlns:a16="http://schemas.microsoft.com/office/drawing/2014/main" id="{CCC08C25-9D46-24E6-3C8D-C0F9CB0EB238}"/>
              </a:ext>
            </a:extLst>
          </p:cNvPr>
          <p:cNvSpPr/>
          <p:nvPr/>
        </p:nvSpPr>
        <p:spPr>
          <a:xfrm>
            <a:off x="332237" y="605858"/>
            <a:ext cx="11674705" cy="653728"/>
          </a:xfrm>
          <a:prstGeom prst="rect">
            <a:avLst/>
          </a:prstGeom>
          <a:noFill/>
          <a:ln>
            <a:noFill/>
          </a:ln>
        </p:spPr>
        <p:txBody>
          <a:bodyPr spcFirstLastPara="1" wrap="square" lIns="91425" tIns="45700" rIns="91425" bIns="45700" anchor="t" anchorCtr="0">
            <a:spAutoFit/>
          </a:bodyPr>
          <a:lstStyle/>
          <a:p>
            <a:pPr>
              <a:lnSpc>
                <a:spcPct val="113999"/>
              </a:lnSpc>
              <a:defRPr/>
            </a:pPr>
            <a:r>
              <a:rPr lang="en-US" sz="1600" b="1" kern="0" err="1">
                <a:solidFill>
                  <a:srgbClr val="00BFDF"/>
                </a:solidFill>
                <a:latin typeface="Trebuchet MS"/>
                <a:cs typeface="Arial"/>
              </a:rPr>
              <a:t>MedAxis</a:t>
            </a:r>
            <a:r>
              <a:rPr lang="en-US" sz="1600" b="1" kern="0">
                <a:solidFill>
                  <a:srgbClr val="00BFDF"/>
                </a:solidFill>
                <a:latin typeface="Trebuchet MS"/>
                <a:cs typeface="Arial"/>
              </a:rPr>
              <a:t> eliminates paper-based fraud through an Offline-First protocol, ensuring that from the remote clinic to the urban pharmacy, every citizen has sovereign, secure, and paperless access to life-saving care across the continent</a:t>
            </a:r>
            <a:endParaRPr lang="en-US" b="1"/>
          </a:p>
        </p:txBody>
      </p:sp>
      <p:sp>
        <p:nvSpPr>
          <p:cNvPr id="49" name="Google Shape;201;p4">
            <a:extLst>
              <a:ext uri="{FF2B5EF4-FFF2-40B4-BE49-F238E27FC236}">
                <a16:creationId xmlns:a16="http://schemas.microsoft.com/office/drawing/2014/main" id="{6135AB0B-79F3-2325-20D8-E8128B481656}"/>
              </a:ext>
            </a:extLst>
          </p:cNvPr>
          <p:cNvSpPr/>
          <p:nvPr/>
        </p:nvSpPr>
        <p:spPr>
          <a:xfrm>
            <a:off x="340403" y="1346124"/>
            <a:ext cx="11680827" cy="857975"/>
          </a:xfrm>
          <a:prstGeom prst="rect">
            <a:avLst/>
          </a:prstGeom>
          <a:solidFill>
            <a:srgbClr val="E6E7E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1">
              <a:solidFill>
                <a:schemeClr val="lt1"/>
              </a:solidFill>
              <a:latin typeface="Trebuchet MS"/>
              <a:ea typeface="Trebuchet MS"/>
              <a:cs typeface="Trebuchet MS"/>
              <a:sym typeface="Trebuchet MS"/>
            </a:endParaRPr>
          </a:p>
        </p:txBody>
      </p:sp>
      <p:sp>
        <p:nvSpPr>
          <p:cNvPr id="50" name="Google Shape;202;p4">
            <a:extLst>
              <a:ext uri="{FF2B5EF4-FFF2-40B4-BE49-F238E27FC236}">
                <a16:creationId xmlns:a16="http://schemas.microsoft.com/office/drawing/2014/main" id="{E5514BE6-7558-5170-AD26-86354D29DD7F}"/>
              </a:ext>
            </a:extLst>
          </p:cNvPr>
          <p:cNvSpPr/>
          <p:nvPr/>
        </p:nvSpPr>
        <p:spPr>
          <a:xfrm rot="10800000">
            <a:off x="762105" y="1253235"/>
            <a:ext cx="1153944" cy="1089891"/>
          </a:xfrm>
          <a:custGeom>
            <a:avLst/>
            <a:gdLst/>
            <a:ahLst/>
            <a:cxnLst/>
            <a:rect l="l" t="t" r="r" b="b"/>
            <a:pathLst>
              <a:path w="1609345" h="2155104" extrusionOk="0">
                <a:moveTo>
                  <a:pt x="1609344" y="2155104"/>
                </a:moveTo>
                <a:lnTo>
                  <a:pt x="0" y="2155104"/>
                </a:lnTo>
                <a:lnTo>
                  <a:pt x="0" y="271440"/>
                </a:lnTo>
                <a:lnTo>
                  <a:pt x="11" y="271440"/>
                </a:lnTo>
                <a:lnTo>
                  <a:pt x="804674" y="0"/>
                </a:lnTo>
                <a:lnTo>
                  <a:pt x="1609336" y="271440"/>
                </a:lnTo>
                <a:lnTo>
                  <a:pt x="1609344" y="271440"/>
                </a:lnTo>
                <a:lnTo>
                  <a:pt x="1609344" y="271443"/>
                </a:lnTo>
                <a:lnTo>
                  <a:pt x="1609345" y="271443"/>
                </a:lnTo>
                <a:lnTo>
                  <a:pt x="1609344" y="27144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1">
              <a:solidFill>
                <a:schemeClr val="lt1"/>
              </a:solidFill>
              <a:latin typeface="Trebuchet MS"/>
              <a:ea typeface="Trebuchet MS"/>
              <a:cs typeface="Trebuchet MS"/>
              <a:sym typeface="Trebuchet MS"/>
            </a:endParaRPr>
          </a:p>
        </p:txBody>
      </p:sp>
      <p:sp>
        <p:nvSpPr>
          <p:cNvPr id="51" name="Google Shape;203;p4">
            <a:extLst>
              <a:ext uri="{FF2B5EF4-FFF2-40B4-BE49-F238E27FC236}">
                <a16:creationId xmlns:a16="http://schemas.microsoft.com/office/drawing/2014/main" id="{1CC95003-3EC3-AFF2-E027-D4A3717D0FC2}"/>
              </a:ext>
            </a:extLst>
          </p:cNvPr>
          <p:cNvSpPr/>
          <p:nvPr/>
        </p:nvSpPr>
        <p:spPr>
          <a:xfrm>
            <a:off x="874686" y="1389827"/>
            <a:ext cx="928781" cy="817419"/>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a:solidFill>
                  <a:srgbClr val="284181"/>
                </a:solidFill>
                <a:latin typeface="Trebuchet MS"/>
                <a:ea typeface="Trebuchet MS"/>
                <a:cs typeface="Trebuchet MS"/>
                <a:sym typeface="Trebuchet MS"/>
              </a:rPr>
              <a:t>01</a:t>
            </a:r>
            <a:endParaRPr sz="2800" b="1">
              <a:solidFill>
                <a:srgbClr val="284181"/>
              </a:solidFill>
              <a:latin typeface="Trebuchet MS"/>
              <a:ea typeface="Trebuchet MS"/>
              <a:cs typeface="Trebuchet MS"/>
              <a:sym typeface="Trebuchet MS"/>
            </a:endParaRPr>
          </a:p>
        </p:txBody>
      </p:sp>
      <p:sp>
        <p:nvSpPr>
          <p:cNvPr id="52" name="Google Shape;204;p4">
            <a:extLst>
              <a:ext uri="{FF2B5EF4-FFF2-40B4-BE49-F238E27FC236}">
                <a16:creationId xmlns:a16="http://schemas.microsoft.com/office/drawing/2014/main" id="{4D663731-B2D0-428F-7539-59CBCEE8087A}"/>
              </a:ext>
            </a:extLst>
          </p:cNvPr>
          <p:cNvSpPr txBox="1">
            <a:spLocks/>
          </p:cNvSpPr>
          <p:nvPr/>
        </p:nvSpPr>
        <p:spPr>
          <a:xfrm>
            <a:off x="2015919" y="1351082"/>
            <a:ext cx="9991024" cy="840190"/>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L="0" marR="0" lvl="0" indent="0" algn="l" rtl="0">
              <a:lnSpc>
                <a:spcPct val="90000"/>
              </a:lnSpc>
              <a:spcBef>
                <a:spcPts val="0"/>
              </a:spcBef>
              <a:spcAft>
                <a:spcPts val="0"/>
              </a:spcAft>
              <a:buClr>
                <a:srgbClr val="284181"/>
              </a:buClr>
              <a:buSzPts val="2800"/>
              <a:buFont typeface="Arial"/>
              <a:buNone/>
              <a:defRPr sz="2400" b="1" i="0" u="none" strike="noStrike" cap="none">
                <a:solidFill>
                  <a:srgbClr val="284181"/>
                </a:solidFill>
                <a:latin typeface="Trebuchet MS"/>
                <a:ea typeface="Trebuchet MS"/>
                <a:cs typeface="Trebuchet MS"/>
                <a:sym typeface="Trebuchet M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Trebuchet MS"/>
                <a:ea typeface="Trebuchet MS"/>
                <a:cs typeface="Trebuchet MS"/>
                <a:sym typeface="Trebuchet MS"/>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Trebuchet MS"/>
                <a:ea typeface="Trebuchet MS"/>
                <a:cs typeface="Trebuchet MS"/>
                <a:sym typeface="Trebuchet M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9pPr>
          </a:lstStyle>
          <a:p>
            <a:r>
              <a:rPr lang="en-US" sz="1800" kern="0" err="1"/>
              <a:t>MedAxis</a:t>
            </a:r>
            <a:r>
              <a:rPr lang="en-US" sz="1800" kern="0"/>
              <a:t> is a tamper-proof national prescription ledger where every prescription is cryptographically signed and permanently locked once dispensed — making fraud structurally impossible, not just policy-restricted</a:t>
            </a:r>
            <a:endParaRPr lang="en-US" dirty="0"/>
          </a:p>
        </p:txBody>
      </p:sp>
      <p:sp>
        <p:nvSpPr>
          <p:cNvPr id="54" name="Google Shape;206;p4">
            <a:extLst>
              <a:ext uri="{FF2B5EF4-FFF2-40B4-BE49-F238E27FC236}">
                <a16:creationId xmlns:a16="http://schemas.microsoft.com/office/drawing/2014/main" id="{1D02734A-33A3-6CDD-6A58-3105D59EB01F}"/>
              </a:ext>
            </a:extLst>
          </p:cNvPr>
          <p:cNvSpPr/>
          <p:nvPr/>
        </p:nvSpPr>
        <p:spPr>
          <a:xfrm>
            <a:off x="340402" y="2660132"/>
            <a:ext cx="11680826" cy="803547"/>
          </a:xfrm>
          <a:prstGeom prst="rect">
            <a:avLst/>
          </a:prstGeom>
          <a:solidFill>
            <a:srgbClr val="E6E7E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1">
              <a:solidFill>
                <a:schemeClr val="lt1"/>
              </a:solidFill>
              <a:latin typeface="Trebuchet MS"/>
              <a:ea typeface="Trebuchet MS"/>
              <a:cs typeface="Trebuchet MS"/>
              <a:sym typeface="Trebuchet MS"/>
            </a:endParaRPr>
          </a:p>
        </p:txBody>
      </p:sp>
      <p:sp>
        <p:nvSpPr>
          <p:cNvPr id="55" name="Google Shape;207;p4">
            <a:extLst>
              <a:ext uri="{FF2B5EF4-FFF2-40B4-BE49-F238E27FC236}">
                <a16:creationId xmlns:a16="http://schemas.microsoft.com/office/drawing/2014/main" id="{38A06ED8-36BF-C66E-30E6-28A647CDC35B}"/>
              </a:ext>
            </a:extLst>
          </p:cNvPr>
          <p:cNvSpPr/>
          <p:nvPr/>
        </p:nvSpPr>
        <p:spPr>
          <a:xfrm rot="10800000">
            <a:off x="762105" y="2526422"/>
            <a:ext cx="1153944" cy="1089891"/>
          </a:xfrm>
          <a:custGeom>
            <a:avLst/>
            <a:gdLst/>
            <a:ahLst/>
            <a:cxnLst/>
            <a:rect l="l" t="t" r="r" b="b"/>
            <a:pathLst>
              <a:path w="1609345" h="2155104" extrusionOk="0">
                <a:moveTo>
                  <a:pt x="1609344" y="2155104"/>
                </a:moveTo>
                <a:lnTo>
                  <a:pt x="0" y="2155104"/>
                </a:lnTo>
                <a:lnTo>
                  <a:pt x="0" y="271440"/>
                </a:lnTo>
                <a:lnTo>
                  <a:pt x="11" y="271440"/>
                </a:lnTo>
                <a:lnTo>
                  <a:pt x="804674" y="0"/>
                </a:lnTo>
                <a:lnTo>
                  <a:pt x="1609336" y="271440"/>
                </a:lnTo>
                <a:lnTo>
                  <a:pt x="1609344" y="271440"/>
                </a:lnTo>
                <a:lnTo>
                  <a:pt x="1609344" y="271443"/>
                </a:lnTo>
                <a:lnTo>
                  <a:pt x="1609345" y="271443"/>
                </a:lnTo>
                <a:lnTo>
                  <a:pt x="1609344" y="271443"/>
                </a:lnTo>
                <a:close/>
              </a:path>
            </a:pathLst>
          </a:custGeom>
          <a:solidFill>
            <a:srgbClr val="00BFD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1">
              <a:solidFill>
                <a:schemeClr val="lt1"/>
              </a:solidFill>
              <a:latin typeface="Trebuchet MS"/>
              <a:ea typeface="Trebuchet MS"/>
              <a:cs typeface="Trebuchet MS"/>
              <a:sym typeface="Trebuchet MS"/>
            </a:endParaRPr>
          </a:p>
        </p:txBody>
      </p:sp>
      <p:sp>
        <p:nvSpPr>
          <p:cNvPr id="56" name="Google Shape;208;p4">
            <a:extLst>
              <a:ext uri="{FF2B5EF4-FFF2-40B4-BE49-F238E27FC236}">
                <a16:creationId xmlns:a16="http://schemas.microsoft.com/office/drawing/2014/main" id="{7B251AE4-1A57-2FAB-7731-DA2CBD043F1E}"/>
              </a:ext>
            </a:extLst>
          </p:cNvPr>
          <p:cNvSpPr/>
          <p:nvPr/>
        </p:nvSpPr>
        <p:spPr>
          <a:xfrm>
            <a:off x="874687" y="2662658"/>
            <a:ext cx="928781" cy="817419"/>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a:solidFill>
                  <a:srgbClr val="00BFDF"/>
                </a:solidFill>
                <a:latin typeface="Trebuchet MS"/>
                <a:ea typeface="Trebuchet MS"/>
                <a:cs typeface="Trebuchet MS"/>
                <a:sym typeface="Trebuchet MS"/>
              </a:rPr>
              <a:t>02</a:t>
            </a:r>
            <a:endParaRPr sz="2800" b="1">
              <a:solidFill>
                <a:srgbClr val="00BFDF"/>
              </a:solidFill>
              <a:latin typeface="Trebuchet MS"/>
              <a:ea typeface="Trebuchet MS"/>
              <a:cs typeface="Trebuchet MS"/>
              <a:sym typeface="Trebuchet MS"/>
            </a:endParaRPr>
          </a:p>
        </p:txBody>
      </p:sp>
      <p:sp>
        <p:nvSpPr>
          <p:cNvPr id="57" name="Google Shape;209;p4">
            <a:extLst>
              <a:ext uri="{FF2B5EF4-FFF2-40B4-BE49-F238E27FC236}">
                <a16:creationId xmlns:a16="http://schemas.microsoft.com/office/drawing/2014/main" id="{4F80A321-980F-AC0A-C26C-2490545D1BEF}"/>
              </a:ext>
            </a:extLst>
          </p:cNvPr>
          <p:cNvSpPr txBox="1">
            <a:spLocks/>
          </p:cNvSpPr>
          <p:nvPr/>
        </p:nvSpPr>
        <p:spPr>
          <a:xfrm>
            <a:off x="2015149" y="2610361"/>
            <a:ext cx="9991024" cy="840190"/>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L="0" marR="0" lvl="0" indent="0" algn="l" rtl="0">
              <a:lnSpc>
                <a:spcPct val="90000"/>
              </a:lnSpc>
              <a:spcBef>
                <a:spcPts val="0"/>
              </a:spcBef>
              <a:spcAft>
                <a:spcPts val="0"/>
              </a:spcAft>
              <a:buClr>
                <a:srgbClr val="284181"/>
              </a:buClr>
              <a:buSzPts val="2800"/>
              <a:buFont typeface="Arial"/>
              <a:buNone/>
              <a:defRPr sz="2400" b="1" i="0" u="none" strike="noStrike" cap="none">
                <a:solidFill>
                  <a:srgbClr val="284181"/>
                </a:solidFill>
                <a:latin typeface="Trebuchet MS"/>
                <a:ea typeface="Trebuchet MS"/>
                <a:cs typeface="Trebuchet MS"/>
                <a:sym typeface="Trebuchet M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Trebuchet MS"/>
                <a:ea typeface="Trebuchet MS"/>
                <a:cs typeface="Trebuchet MS"/>
                <a:sym typeface="Trebuchet MS"/>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Trebuchet MS"/>
                <a:ea typeface="Trebuchet MS"/>
                <a:cs typeface="Trebuchet MS"/>
                <a:sym typeface="Trebuchet M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9pPr>
          </a:lstStyle>
          <a:p>
            <a:r>
              <a:rPr lang="en-US" sz="1800" kern="0">
                <a:solidFill>
                  <a:srgbClr val="00BFDF"/>
                </a:solidFill>
              </a:rPr>
              <a:t>Digital ID at the core — all actors authenticate via MOSIP </a:t>
            </a:r>
            <a:r>
              <a:rPr lang="en-US" sz="1800" kern="0" err="1">
                <a:solidFill>
                  <a:srgbClr val="00BFDF"/>
                </a:solidFill>
              </a:rPr>
              <a:t>eSignet</a:t>
            </a:r>
            <a:r>
              <a:rPr lang="en-US" sz="1800" kern="0">
                <a:solidFill>
                  <a:srgbClr val="00BFDF"/>
                </a:solidFill>
              </a:rPr>
              <a:t> using their national CNIE. Prescriptions become W3C Verifiable Credentials downloaded via Inji Wallet and verified at the pharmacy counter via Inji Verify. Zero passwords. Zero paper.</a:t>
            </a:r>
            <a:endParaRPr lang="en-US" dirty="0"/>
          </a:p>
        </p:txBody>
      </p:sp>
      <p:sp>
        <p:nvSpPr>
          <p:cNvPr id="59" name="Google Shape;211;p4">
            <a:extLst>
              <a:ext uri="{FF2B5EF4-FFF2-40B4-BE49-F238E27FC236}">
                <a16:creationId xmlns:a16="http://schemas.microsoft.com/office/drawing/2014/main" id="{7F5CBC88-D6E5-3C77-6562-1521E1110B38}"/>
              </a:ext>
            </a:extLst>
          </p:cNvPr>
          <p:cNvSpPr/>
          <p:nvPr/>
        </p:nvSpPr>
        <p:spPr>
          <a:xfrm>
            <a:off x="354010" y="3892498"/>
            <a:ext cx="11395076" cy="844368"/>
          </a:xfrm>
          <a:prstGeom prst="rect">
            <a:avLst/>
          </a:prstGeom>
          <a:solidFill>
            <a:srgbClr val="E6E7E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1">
              <a:solidFill>
                <a:schemeClr val="lt1"/>
              </a:solidFill>
              <a:latin typeface="Trebuchet MS"/>
              <a:ea typeface="Trebuchet MS"/>
              <a:cs typeface="Trebuchet MS"/>
              <a:sym typeface="Trebuchet MS"/>
            </a:endParaRPr>
          </a:p>
        </p:txBody>
      </p:sp>
      <p:sp>
        <p:nvSpPr>
          <p:cNvPr id="60" name="Google Shape;212;p4">
            <a:extLst>
              <a:ext uri="{FF2B5EF4-FFF2-40B4-BE49-F238E27FC236}">
                <a16:creationId xmlns:a16="http://schemas.microsoft.com/office/drawing/2014/main" id="{6F5503D9-440A-980C-3BFF-DD19FF2CA26C}"/>
              </a:ext>
            </a:extLst>
          </p:cNvPr>
          <p:cNvSpPr/>
          <p:nvPr/>
        </p:nvSpPr>
        <p:spPr>
          <a:xfrm rot="10800000">
            <a:off x="762105" y="3799609"/>
            <a:ext cx="1153944" cy="1089891"/>
          </a:xfrm>
          <a:custGeom>
            <a:avLst/>
            <a:gdLst/>
            <a:ahLst/>
            <a:cxnLst/>
            <a:rect l="l" t="t" r="r" b="b"/>
            <a:pathLst>
              <a:path w="1609345" h="2155104" extrusionOk="0">
                <a:moveTo>
                  <a:pt x="1609344" y="2155104"/>
                </a:moveTo>
                <a:lnTo>
                  <a:pt x="0" y="2155104"/>
                </a:lnTo>
                <a:lnTo>
                  <a:pt x="0" y="271440"/>
                </a:lnTo>
                <a:lnTo>
                  <a:pt x="11" y="271440"/>
                </a:lnTo>
                <a:lnTo>
                  <a:pt x="804674" y="0"/>
                </a:lnTo>
                <a:lnTo>
                  <a:pt x="1609336" y="271440"/>
                </a:lnTo>
                <a:lnTo>
                  <a:pt x="1609344" y="271440"/>
                </a:lnTo>
                <a:lnTo>
                  <a:pt x="1609344" y="271443"/>
                </a:lnTo>
                <a:lnTo>
                  <a:pt x="1609345" y="271443"/>
                </a:lnTo>
                <a:lnTo>
                  <a:pt x="1609344" y="271443"/>
                </a:lnTo>
                <a:close/>
              </a:path>
            </a:pathLst>
          </a:custGeom>
          <a:solidFill>
            <a:srgbClr val="5A5A5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1">
              <a:solidFill>
                <a:schemeClr val="lt1"/>
              </a:solidFill>
              <a:latin typeface="Trebuchet MS"/>
              <a:ea typeface="Trebuchet MS"/>
              <a:cs typeface="Trebuchet MS"/>
              <a:sym typeface="Trebuchet MS"/>
            </a:endParaRPr>
          </a:p>
        </p:txBody>
      </p:sp>
      <p:sp>
        <p:nvSpPr>
          <p:cNvPr id="61" name="Google Shape;213;p4">
            <a:extLst>
              <a:ext uri="{FF2B5EF4-FFF2-40B4-BE49-F238E27FC236}">
                <a16:creationId xmlns:a16="http://schemas.microsoft.com/office/drawing/2014/main" id="{3F14E51D-ADEB-ED66-1610-8349A81B192B}"/>
              </a:ext>
            </a:extLst>
          </p:cNvPr>
          <p:cNvSpPr/>
          <p:nvPr/>
        </p:nvSpPr>
        <p:spPr>
          <a:xfrm>
            <a:off x="874687" y="3935845"/>
            <a:ext cx="928781" cy="817419"/>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a:solidFill>
                  <a:srgbClr val="5A5A5A"/>
                </a:solidFill>
                <a:latin typeface="Trebuchet MS"/>
                <a:ea typeface="Trebuchet MS"/>
                <a:cs typeface="Trebuchet MS"/>
                <a:sym typeface="Trebuchet MS"/>
              </a:rPr>
              <a:t>03</a:t>
            </a:r>
            <a:endParaRPr sz="2800" b="1">
              <a:solidFill>
                <a:srgbClr val="5A5A5A"/>
              </a:solidFill>
              <a:latin typeface="Trebuchet MS"/>
              <a:ea typeface="Trebuchet MS"/>
              <a:cs typeface="Trebuchet MS"/>
              <a:sym typeface="Trebuchet MS"/>
            </a:endParaRPr>
          </a:p>
        </p:txBody>
      </p:sp>
      <p:sp>
        <p:nvSpPr>
          <p:cNvPr id="62" name="Google Shape;214;p4">
            <a:extLst>
              <a:ext uri="{FF2B5EF4-FFF2-40B4-BE49-F238E27FC236}">
                <a16:creationId xmlns:a16="http://schemas.microsoft.com/office/drawing/2014/main" id="{D25DF2BE-0FC0-CBE5-B335-7197AD1870D1}"/>
              </a:ext>
            </a:extLst>
          </p:cNvPr>
          <p:cNvSpPr txBox="1">
            <a:spLocks/>
          </p:cNvSpPr>
          <p:nvPr/>
        </p:nvSpPr>
        <p:spPr>
          <a:xfrm>
            <a:off x="2015918" y="3850928"/>
            <a:ext cx="9501167" cy="840190"/>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L="0" marR="0" lvl="0" indent="0" algn="l" rtl="0">
              <a:lnSpc>
                <a:spcPct val="90000"/>
              </a:lnSpc>
              <a:spcBef>
                <a:spcPts val="0"/>
              </a:spcBef>
              <a:spcAft>
                <a:spcPts val="0"/>
              </a:spcAft>
              <a:buClr>
                <a:srgbClr val="284181"/>
              </a:buClr>
              <a:buSzPts val="2800"/>
              <a:buFont typeface="Arial"/>
              <a:buNone/>
              <a:defRPr sz="2400" b="1" i="0" u="none" strike="noStrike" cap="none">
                <a:solidFill>
                  <a:srgbClr val="284181"/>
                </a:solidFill>
                <a:latin typeface="Trebuchet MS"/>
                <a:ea typeface="Trebuchet MS"/>
                <a:cs typeface="Trebuchet MS"/>
                <a:sym typeface="Trebuchet M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Trebuchet MS"/>
                <a:ea typeface="Trebuchet MS"/>
                <a:cs typeface="Trebuchet MS"/>
                <a:sym typeface="Trebuchet MS"/>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Trebuchet MS"/>
                <a:ea typeface="Trebuchet MS"/>
                <a:cs typeface="Trebuchet MS"/>
                <a:sym typeface="Trebuchet M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9pPr>
          </a:lstStyle>
          <a:p>
            <a:r>
              <a:rPr lang="en-US" sz="1800" kern="0">
                <a:solidFill>
                  <a:srgbClr val="5A5A5A"/>
                </a:solidFill>
              </a:rPr>
              <a:t>USP — the only prescription system where reuse is mathematically impossible. Built entirely on open-source MOSIP infrastructure, deployable across all 54 African nations with no new infrastructure needed.</a:t>
            </a:r>
            <a:endParaRPr lang="en-US"/>
          </a:p>
        </p:txBody>
      </p:sp>
      <p:sp>
        <p:nvSpPr>
          <p:cNvPr id="64" name="Google Shape;216;p4">
            <a:extLst>
              <a:ext uri="{FF2B5EF4-FFF2-40B4-BE49-F238E27FC236}">
                <a16:creationId xmlns:a16="http://schemas.microsoft.com/office/drawing/2014/main" id="{5287A57A-6541-4590-DE97-58F1997F5690}"/>
              </a:ext>
            </a:extLst>
          </p:cNvPr>
          <p:cNvSpPr/>
          <p:nvPr/>
        </p:nvSpPr>
        <p:spPr>
          <a:xfrm>
            <a:off x="1916048" y="2526422"/>
            <a:ext cx="91936" cy="92889"/>
          </a:xfrm>
          <a:prstGeom prst="rtTriangle">
            <a:avLst/>
          </a:prstGeom>
          <a:solidFill>
            <a:srgbClr val="6ECF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1">
              <a:solidFill>
                <a:schemeClr val="lt1"/>
              </a:solidFill>
              <a:latin typeface="Trebuchet MS"/>
              <a:ea typeface="Trebuchet MS"/>
              <a:cs typeface="Trebuchet MS"/>
              <a:sym typeface="Trebuchet MS"/>
            </a:endParaRPr>
          </a:p>
        </p:txBody>
      </p:sp>
      <p:sp>
        <p:nvSpPr>
          <p:cNvPr id="65" name="Google Shape;217;p4">
            <a:extLst>
              <a:ext uri="{FF2B5EF4-FFF2-40B4-BE49-F238E27FC236}">
                <a16:creationId xmlns:a16="http://schemas.microsoft.com/office/drawing/2014/main" id="{DD01D353-7D31-A117-2AA6-D61032C5139E}"/>
              </a:ext>
            </a:extLst>
          </p:cNvPr>
          <p:cNvSpPr/>
          <p:nvPr/>
        </p:nvSpPr>
        <p:spPr>
          <a:xfrm>
            <a:off x="1916048" y="1255080"/>
            <a:ext cx="91936" cy="92889"/>
          </a:xfrm>
          <a:prstGeom prst="rtTriangle">
            <a:avLst/>
          </a:prstGeom>
          <a:solidFill>
            <a:srgbClr val="436AB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1">
              <a:solidFill>
                <a:schemeClr val="lt1"/>
              </a:solidFill>
              <a:latin typeface="Trebuchet MS"/>
              <a:ea typeface="Trebuchet MS"/>
              <a:cs typeface="Trebuchet MS"/>
              <a:sym typeface="Trebuchet MS"/>
            </a:endParaRPr>
          </a:p>
        </p:txBody>
      </p:sp>
      <p:sp>
        <p:nvSpPr>
          <p:cNvPr id="66" name="Google Shape;218;p4">
            <a:extLst>
              <a:ext uri="{FF2B5EF4-FFF2-40B4-BE49-F238E27FC236}">
                <a16:creationId xmlns:a16="http://schemas.microsoft.com/office/drawing/2014/main" id="{C7F32138-B68F-C556-7784-A1914C4F0D70}"/>
              </a:ext>
            </a:extLst>
          </p:cNvPr>
          <p:cNvSpPr/>
          <p:nvPr/>
        </p:nvSpPr>
        <p:spPr>
          <a:xfrm>
            <a:off x="1916048" y="3799609"/>
            <a:ext cx="91936" cy="92889"/>
          </a:xfrm>
          <a:prstGeom prst="rtTriangle">
            <a:avLst/>
          </a:prstGeom>
          <a:solidFill>
            <a:srgbClr val="93959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1">
              <a:solidFill>
                <a:schemeClr val="lt1"/>
              </a:solidFill>
              <a:latin typeface="Trebuchet MS"/>
              <a:ea typeface="Trebuchet MS"/>
              <a:cs typeface="Trebuchet MS"/>
              <a:sym typeface="Trebuchet MS"/>
            </a:endParaRPr>
          </a:p>
        </p:txBody>
      </p:sp>
      <p:sp>
        <p:nvSpPr>
          <p:cNvPr id="68" name="Google Shape;201;p4">
            <a:extLst>
              <a:ext uri="{FF2B5EF4-FFF2-40B4-BE49-F238E27FC236}">
                <a16:creationId xmlns:a16="http://schemas.microsoft.com/office/drawing/2014/main" id="{F947445B-EE4B-6C5F-7271-B270630B7414}"/>
              </a:ext>
            </a:extLst>
          </p:cNvPr>
          <p:cNvSpPr/>
          <p:nvPr/>
        </p:nvSpPr>
        <p:spPr>
          <a:xfrm>
            <a:off x="341298" y="5140229"/>
            <a:ext cx="11395078" cy="844368"/>
          </a:xfrm>
          <a:prstGeom prst="rect">
            <a:avLst/>
          </a:prstGeom>
          <a:solidFill>
            <a:srgbClr val="E6E7E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1">
              <a:solidFill>
                <a:schemeClr val="lt1"/>
              </a:solidFill>
              <a:latin typeface="Trebuchet MS"/>
              <a:ea typeface="Trebuchet MS"/>
              <a:cs typeface="Trebuchet MS"/>
              <a:sym typeface="Trebuchet MS"/>
            </a:endParaRPr>
          </a:p>
        </p:txBody>
      </p:sp>
      <p:sp>
        <p:nvSpPr>
          <p:cNvPr id="69" name="Google Shape;202;p4">
            <a:extLst>
              <a:ext uri="{FF2B5EF4-FFF2-40B4-BE49-F238E27FC236}">
                <a16:creationId xmlns:a16="http://schemas.microsoft.com/office/drawing/2014/main" id="{0B50BFAE-B7DF-8C1D-51EC-783917BF2FD4}"/>
              </a:ext>
            </a:extLst>
          </p:cNvPr>
          <p:cNvSpPr/>
          <p:nvPr/>
        </p:nvSpPr>
        <p:spPr>
          <a:xfrm rot="10800000">
            <a:off x="749393" y="5047340"/>
            <a:ext cx="1153944" cy="1089891"/>
          </a:xfrm>
          <a:custGeom>
            <a:avLst/>
            <a:gdLst/>
            <a:ahLst/>
            <a:cxnLst/>
            <a:rect l="l" t="t" r="r" b="b"/>
            <a:pathLst>
              <a:path w="1609345" h="2155104" extrusionOk="0">
                <a:moveTo>
                  <a:pt x="1609344" y="2155104"/>
                </a:moveTo>
                <a:lnTo>
                  <a:pt x="0" y="2155104"/>
                </a:lnTo>
                <a:lnTo>
                  <a:pt x="0" y="271440"/>
                </a:lnTo>
                <a:lnTo>
                  <a:pt x="11" y="271440"/>
                </a:lnTo>
                <a:lnTo>
                  <a:pt x="804674" y="0"/>
                </a:lnTo>
                <a:lnTo>
                  <a:pt x="1609336" y="271440"/>
                </a:lnTo>
                <a:lnTo>
                  <a:pt x="1609344" y="271440"/>
                </a:lnTo>
                <a:lnTo>
                  <a:pt x="1609344" y="271443"/>
                </a:lnTo>
                <a:lnTo>
                  <a:pt x="1609345" y="271443"/>
                </a:lnTo>
                <a:lnTo>
                  <a:pt x="1609344" y="27144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1">
              <a:solidFill>
                <a:schemeClr val="lt1"/>
              </a:solidFill>
              <a:latin typeface="Trebuchet MS"/>
              <a:ea typeface="Trebuchet MS"/>
              <a:cs typeface="Trebuchet MS"/>
              <a:sym typeface="Trebuchet MS"/>
            </a:endParaRPr>
          </a:p>
        </p:txBody>
      </p:sp>
      <p:sp>
        <p:nvSpPr>
          <p:cNvPr id="70" name="Google Shape;203;p4">
            <a:extLst>
              <a:ext uri="{FF2B5EF4-FFF2-40B4-BE49-F238E27FC236}">
                <a16:creationId xmlns:a16="http://schemas.microsoft.com/office/drawing/2014/main" id="{900B0714-5DD6-FAFB-86F1-B8699D6F2BC9}"/>
              </a:ext>
            </a:extLst>
          </p:cNvPr>
          <p:cNvSpPr/>
          <p:nvPr/>
        </p:nvSpPr>
        <p:spPr>
          <a:xfrm>
            <a:off x="861974" y="5183932"/>
            <a:ext cx="928781" cy="817419"/>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a:solidFill>
                  <a:srgbClr val="284181"/>
                </a:solidFill>
                <a:latin typeface="Trebuchet MS"/>
                <a:ea typeface="Trebuchet MS"/>
                <a:cs typeface="Trebuchet MS"/>
                <a:sym typeface="Trebuchet MS"/>
              </a:rPr>
              <a:t>04</a:t>
            </a:r>
            <a:endParaRPr sz="2800" b="1">
              <a:solidFill>
                <a:srgbClr val="284181"/>
              </a:solidFill>
              <a:latin typeface="Trebuchet MS"/>
              <a:ea typeface="Trebuchet MS"/>
              <a:cs typeface="Trebuchet MS"/>
              <a:sym typeface="Trebuchet MS"/>
            </a:endParaRPr>
          </a:p>
        </p:txBody>
      </p:sp>
      <p:sp>
        <p:nvSpPr>
          <p:cNvPr id="71" name="Google Shape;204;p4">
            <a:extLst>
              <a:ext uri="{FF2B5EF4-FFF2-40B4-BE49-F238E27FC236}">
                <a16:creationId xmlns:a16="http://schemas.microsoft.com/office/drawing/2014/main" id="{40CC63FA-E4B8-F6B3-3E0C-8E90C80EE349}"/>
              </a:ext>
            </a:extLst>
          </p:cNvPr>
          <p:cNvSpPr txBox="1">
            <a:spLocks/>
          </p:cNvSpPr>
          <p:nvPr/>
        </p:nvSpPr>
        <p:spPr>
          <a:xfrm>
            <a:off x="2001542" y="5105187"/>
            <a:ext cx="9501166" cy="840190"/>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L="0" marR="0" lvl="0" indent="0" algn="l" rtl="0">
              <a:lnSpc>
                <a:spcPct val="90000"/>
              </a:lnSpc>
              <a:spcBef>
                <a:spcPts val="0"/>
              </a:spcBef>
              <a:spcAft>
                <a:spcPts val="0"/>
              </a:spcAft>
              <a:buClr>
                <a:srgbClr val="284181"/>
              </a:buClr>
              <a:buSzPts val="2800"/>
              <a:buFont typeface="Arial"/>
              <a:buNone/>
              <a:defRPr sz="2400" b="1" i="0" u="none" strike="noStrike" cap="none">
                <a:solidFill>
                  <a:srgbClr val="284181"/>
                </a:solidFill>
                <a:latin typeface="Trebuchet MS"/>
                <a:ea typeface="Trebuchet MS"/>
                <a:cs typeface="Trebuchet MS"/>
                <a:sym typeface="Trebuchet M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Trebuchet MS"/>
                <a:ea typeface="Trebuchet MS"/>
                <a:cs typeface="Trebuchet MS"/>
                <a:sym typeface="Trebuchet MS"/>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Trebuchet MS"/>
                <a:ea typeface="Trebuchet MS"/>
                <a:cs typeface="Trebuchet MS"/>
                <a:sym typeface="Trebuchet M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9pPr>
          </a:lstStyle>
          <a:p>
            <a:r>
              <a:rPr lang="en-US" sz="1800" kern="0"/>
              <a:t>Feasibility — requires an operational national Digital ID program, basic pharmacy internet connectivity, and a Ministry of Health mandate. All technical components are already production-ready.</a:t>
            </a:r>
            <a:endParaRPr lang="en-US"/>
          </a:p>
        </p:txBody>
      </p:sp>
      <p:sp>
        <p:nvSpPr>
          <p:cNvPr id="72" name="Google Shape;217;p4">
            <a:extLst>
              <a:ext uri="{FF2B5EF4-FFF2-40B4-BE49-F238E27FC236}">
                <a16:creationId xmlns:a16="http://schemas.microsoft.com/office/drawing/2014/main" id="{724C1B2E-D75B-7DAE-E3F9-5CD0EDED5C35}"/>
              </a:ext>
            </a:extLst>
          </p:cNvPr>
          <p:cNvSpPr/>
          <p:nvPr/>
        </p:nvSpPr>
        <p:spPr>
          <a:xfrm>
            <a:off x="1903336" y="5049185"/>
            <a:ext cx="91936" cy="92889"/>
          </a:xfrm>
          <a:prstGeom prst="rtTriangle">
            <a:avLst/>
          </a:prstGeom>
          <a:solidFill>
            <a:srgbClr val="436AB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1">
              <a:solidFill>
                <a:schemeClr val="lt1"/>
              </a:solidFill>
              <a:latin typeface="Trebuchet MS"/>
              <a:ea typeface="Trebuchet MS"/>
              <a:cs typeface="Trebuchet MS"/>
              <a:sym typeface="Trebuchet MS"/>
            </a:endParaRPr>
          </a:p>
        </p:txBody>
      </p:sp>
      <p:sp>
        <p:nvSpPr>
          <p:cNvPr id="3" name="Google Shape;201;p4">
            <a:extLst>
              <a:ext uri="{FF2B5EF4-FFF2-40B4-BE49-F238E27FC236}">
                <a16:creationId xmlns:a16="http://schemas.microsoft.com/office/drawing/2014/main" id="{28EF2065-F8E6-5844-DD32-86DACE644959}"/>
              </a:ext>
            </a:extLst>
          </p:cNvPr>
          <p:cNvSpPr/>
          <p:nvPr/>
        </p:nvSpPr>
        <p:spPr>
          <a:xfrm>
            <a:off x="10036628" y="1793"/>
            <a:ext cx="2160000" cy="34865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Trebuchet MS"/>
                <a:ea typeface="Trebuchet MS"/>
                <a:cs typeface="Trebuchet MS"/>
                <a:sym typeface="Trebuchet MS"/>
              </a:rPr>
              <a:t>Time: 1 min 30 sec</a:t>
            </a:r>
          </a:p>
        </p:txBody>
      </p:sp>
    </p:spTree>
    <p:extLst>
      <p:ext uri="{BB962C8B-B14F-4D97-AF65-F5344CB8AC3E}">
        <p14:creationId xmlns:p14="http://schemas.microsoft.com/office/powerpoint/2010/main" val="34998231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F4C2308-A2A7-5F1E-F665-6BEA08B8D6A4}"/>
              </a:ext>
            </a:extLst>
          </p:cNvPr>
          <p:cNvSpPr>
            <a:spLocks noGrp="1"/>
          </p:cNvSpPr>
          <p:nvPr>
            <p:ph type="body" idx="1"/>
          </p:nvPr>
        </p:nvSpPr>
        <p:spPr>
          <a:xfrm>
            <a:off x="341298" y="199404"/>
            <a:ext cx="11407790" cy="369291"/>
          </a:xfrm>
        </p:spPr>
        <p:txBody>
          <a:bodyPr/>
          <a:lstStyle/>
          <a:p>
            <a:r>
              <a:rPr lang="en-IN" sz="2000"/>
              <a:t>Information flow (Technical)</a:t>
            </a:r>
            <a:endParaRPr lang="en-US" sz="2000"/>
          </a:p>
        </p:txBody>
      </p:sp>
      <p:sp>
        <p:nvSpPr>
          <p:cNvPr id="3" name="Text Placeholder 2">
            <a:extLst>
              <a:ext uri="{FF2B5EF4-FFF2-40B4-BE49-F238E27FC236}">
                <a16:creationId xmlns:a16="http://schemas.microsoft.com/office/drawing/2014/main" id="{21142356-F450-0B08-81BA-CE0E6A268828}"/>
              </a:ext>
            </a:extLst>
          </p:cNvPr>
          <p:cNvSpPr>
            <a:spLocks noGrp="1"/>
          </p:cNvSpPr>
          <p:nvPr>
            <p:ph type="body" idx="2"/>
          </p:nvPr>
        </p:nvSpPr>
        <p:spPr>
          <a:xfrm>
            <a:off x="474136" y="-700410"/>
            <a:ext cx="11703705" cy="424691"/>
          </a:xfrm>
        </p:spPr>
        <p:txBody>
          <a:bodyPr/>
          <a:lstStyle/>
          <a:p>
            <a:endParaRPr lang="en-US" sz="2400">
              <a:solidFill>
                <a:srgbClr val="2DCFCF"/>
              </a:solidFill>
              <a:ea typeface="Calibri"/>
              <a:cs typeface="Calibri"/>
            </a:endParaRPr>
          </a:p>
        </p:txBody>
      </p:sp>
      <p:sp>
        <p:nvSpPr>
          <p:cNvPr id="6" name="Google Shape;201;p4">
            <a:extLst>
              <a:ext uri="{FF2B5EF4-FFF2-40B4-BE49-F238E27FC236}">
                <a16:creationId xmlns:a16="http://schemas.microsoft.com/office/drawing/2014/main" id="{8BC040F6-7EDC-C60B-CA7A-A2B996CE0717}"/>
              </a:ext>
            </a:extLst>
          </p:cNvPr>
          <p:cNvSpPr/>
          <p:nvPr/>
        </p:nvSpPr>
        <p:spPr>
          <a:xfrm>
            <a:off x="10254343" y="1793"/>
            <a:ext cx="1942488" cy="34865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Trebuchet MS"/>
                <a:ea typeface="Trebuchet MS"/>
                <a:cs typeface="Trebuchet MS"/>
                <a:sym typeface="Trebuchet MS"/>
              </a:rPr>
              <a:t>Time: 1 min</a:t>
            </a:r>
            <a:endParaRPr sz="1800" dirty="0">
              <a:solidFill>
                <a:schemeClr val="lt1"/>
              </a:solidFill>
              <a:latin typeface="Trebuchet MS"/>
              <a:ea typeface="Trebuchet MS"/>
              <a:cs typeface="Trebuchet MS"/>
              <a:sym typeface="Trebuchet MS"/>
            </a:endParaRPr>
          </a:p>
        </p:txBody>
      </p:sp>
      <p:sp>
        <p:nvSpPr>
          <p:cNvPr id="63" name="Shape 34">
            <a:extLst>
              <a:ext uri="{FF2B5EF4-FFF2-40B4-BE49-F238E27FC236}">
                <a16:creationId xmlns:a16="http://schemas.microsoft.com/office/drawing/2014/main" id="{7308FEE0-0590-1A6B-948B-CDBD89B83AAB}"/>
              </a:ext>
            </a:extLst>
          </p:cNvPr>
          <p:cNvSpPr/>
          <p:nvPr/>
        </p:nvSpPr>
        <p:spPr>
          <a:xfrm>
            <a:off x="1014004" y="3165021"/>
            <a:ext cx="182880" cy="45720"/>
          </a:xfrm>
          <a:prstGeom prst="rect">
            <a:avLst/>
          </a:prstGeom>
          <a:solidFill>
            <a:srgbClr val="2DCFCF"/>
          </a:solidFill>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latin typeface="Trebuchet MS"/>
            </a:endParaRPr>
          </a:p>
        </p:txBody>
      </p:sp>
      <p:sp>
        <p:nvSpPr>
          <p:cNvPr id="64" name="Shape 35">
            <a:extLst>
              <a:ext uri="{FF2B5EF4-FFF2-40B4-BE49-F238E27FC236}">
                <a16:creationId xmlns:a16="http://schemas.microsoft.com/office/drawing/2014/main" id="{DF6BC7D8-F055-A127-FBC9-626BF04522B0}"/>
              </a:ext>
            </a:extLst>
          </p:cNvPr>
          <p:cNvSpPr/>
          <p:nvPr/>
        </p:nvSpPr>
        <p:spPr>
          <a:xfrm>
            <a:off x="747848" y="1156606"/>
            <a:ext cx="5260522" cy="4491447"/>
          </a:xfrm>
          <a:prstGeom prst="rect">
            <a:avLst/>
          </a:prstGeom>
          <a:solidFill>
            <a:srgbClr val="112222"/>
          </a:solidFill>
          <a:ln w="12700">
            <a:solidFill>
              <a:srgbClr val="2DCFCF"/>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sz="4800">
              <a:latin typeface="Trebuchet MS"/>
            </a:endParaRPr>
          </a:p>
        </p:txBody>
      </p:sp>
      <p:sp>
        <p:nvSpPr>
          <p:cNvPr id="65" name="Shape 36">
            <a:extLst>
              <a:ext uri="{FF2B5EF4-FFF2-40B4-BE49-F238E27FC236}">
                <a16:creationId xmlns:a16="http://schemas.microsoft.com/office/drawing/2014/main" id="{9514D2BB-9633-15D2-9926-7FDED0B40D04}"/>
              </a:ext>
            </a:extLst>
          </p:cNvPr>
          <p:cNvSpPr/>
          <p:nvPr/>
        </p:nvSpPr>
        <p:spPr>
          <a:xfrm>
            <a:off x="747848" y="938891"/>
            <a:ext cx="5260520" cy="556262"/>
          </a:xfrm>
          <a:prstGeom prst="rect">
            <a:avLst/>
          </a:prstGeom>
          <a:solidFill>
            <a:srgbClr val="2DCFCF"/>
          </a:solidFill>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latin typeface="Trebuchet MS"/>
            </a:endParaRPr>
          </a:p>
        </p:txBody>
      </p:sp>
      <p:sp>
        <p:nvSpPr>
          <p:cNvPr id="67" name="Shape 38">
            <a:extLst>
              <a:ext uri="{FF2B5EF4-FFF2-40B4-BE49-F238E27FC236}">
                <a16:creationId xmlns:a16="http://schemas.microsoft.com/office/drawing/2014/main" id="{71C526BE-BFB5-3BF2-54BC-80E39DA7F253}"/>
              </a:ext>
            </a:extLst>
          </p:cNvPr>
          <p:cNvSpPr/>
          <p:nvPr/>
        </p:nvSpPr>
        <p:spPr>
          <a:xfrm>
            <a:off x="1334262" y="2521457"/>
            <a:ext cx="54864" cy="54864"/>
          </a:xfrm>
          <a:prstGeom prst="rect">
            <a:avLst/>
          </a:prstGeom>
          <a:solidFill>
            <a:srgbClr val="2DCFCF"/>
          </a:solidFill>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latin typeface="Trebuchet MS"/>
            </a:endParaRPr>
          </a:p>
        </p:txBody>
      </p:sp>
      <p:sp>
        <p:nvSpPr>
          <p:cNvPr id="71" name="Shape 42">
            <a:extLst>
              <a:ext uri="{FF2B5EF4-FFF2-40B4-BE49-F238E27FC236}">
                <a16:creationId xmlns:a16="http://schemas.microsoft.com/office/drawing/2014/main" id="{4EC2E979-4FBA-7617-7BD2-2C5E2346ADC2}"/>
              </a:ext>
            </a:extLst>
          </p:cNvPr>
          <p:cNvSpPr/>
          <p:nvPr/>
        </p:nvSpPr>
        <p:spPr>
          <a:xfrm>
            <a:off x="1361476" y="3241983"/>
            <a:ext cx="54864" cy="54864"/>
          </a:xfrm>
          <a:prstGeom prst="rect">
            <a:avLst/>
          </a:prstGeom>
          <a:solidFill>
            <a:srgbClr val="2DCFCF"/>
          </a:solidFill>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latin typeface="Trebuchet MS"/>
            </a:endParaRPr>
          </a:p>
        </p:txBody>
      </p:sp>
      <p:sp>
        <p:nvSpPr>
          <p:cNvPr id="74" name="Text 45">
            <a:extLst>
              <a:ext uri="{FF2B5EF4-FFF2-40B4-BE49-F238E27FC236}">
                <a16:creationId xmlns:a16="http://schemas.microsoft.com/office/drawing/2014/main" id="{7CBFB9C1-EF68-C2EA-FF4E-639562DF5BBB}"/>
              </a:ext>
            </a:extLst>
          </p:cNvPr>
          <p:cNvSpPr/>
          <p:nvPr/>
        </p:nvSpPr>
        <p:spPr>
          <a:xfrm>
            <a:off x="1489492" y="3649653"/>
            <a:ext cx="2331720" cy="4114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2000" dirty="0">
              <a:solidFill>
                <a:srgbClr val="D4E0E0"/>
              </a:solidFill>
              <a:latin typeface="Trebuchet MS"/>
              <a:ea typeface="Calibri"/>
              <a:cs typeface="Calibri"/>
            </a:endParaRPr>
          </a:p>
        </p:txBody>
      </p:sp>
      <p:sp>
        <p:nvSpPr>
          <p:cNvPr id="75" name="Shape 46">
            <a:extLst>
              <a:ext uri="{FF2B5EF4-FFF2-40B4-BE49-F238E27FC236}">
                <a16:creationId xmlns:a16="http://schemas.microsoft.com/office/drawing/2014/main" id="{EAC90BAB-15DB-2D6A-D0DE-21F68EF343F3}"/>
              </a:ext>
            </a:extLst>
          </p:cNvPr>
          <p:cNvSpPr/>
          <p:nvPr/>
        </p:nvSpPr>
        <p:spPr>
          <a:xfrm>
            <a:off x="1361476" y="4112187"/>
            <a:ext cx="54864" cy="54864"/>
          </a:xfrm>
          <a:prstGeom prst="rect">
            <a:avLst/>
          </a:prstGeom>
          <a:solidFill>
            <a:srgbClr val="2DCFCF"/>
          </a:solidFill>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latin typeface="Trebuchet MS"/>
            </a:endParaRPr>
          </a:p>
        </p:txBody>
      </p:sp>
      <p:sp>
        <p:nvSpPr>
          <p:cNvPr id="77" name="Text 37">
            <a:extLst>
              <a:ext uri="{FF2B5EF4-FFF2-40B4-BE49-F238E27FC236}">
                <a16:creationId xmlns:a16="http://schemas.microsoft.com/office/drawing/2014/main" id="{91B668CE-A541-EC54-C9DE-486BBE3E2A08}"/>
              </a:ext>
            </a:extLst>
          </p:cNvPr>
          <p:cNvSpPr/>
          <p:nvPr/>
        </p:nvSpPr>
        <p:spPr>
          <a:xfrm>
            <a:off x="1332955" y="1006928"/>
            <a:ext cx="4362450" cy="42018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800" i="1">
                <a:solidFill>
                  <a:srgbClr val="FFFFFF"/>
                </a:solidFill>
                <a:latin typeface="Trebuchet MS"/>
                <a:ea typeface="+mn-lt"/>
                <a:cs typeface="+mn-lt"/>
              </a:rPr>
              <a:t>System</a:t>
            </a:r>
            <a:r>
              <a:rPr lang="en-US" sz="2800" i="1" dirty="0">
                <a:solidFill>
                  <a:srgbClr val="FFFFFF"/>
                </a:solidFill>
                <a:latin typeface="Trebuchet MS"/>
                <a:ea typeface="+mn-lt"/>
                <a:cs typeface="+mn-lt"/>
              </a:rPr>
              <a:t> </a:t>
            </a:r>
            <a:r>
              <a:rPr lang="en-US" sz="2800" i="1">
                <a:solidFill>
                  <a:srgbClr val="FFFFFF"/>
                </a:solidFill>
                <a:latin typeface="Trebuchet MS"/>
                <a:ea typeface="+mn-lt"/>
                <a:cs typeface="+mn-lt"/>
              </a:rPr>
              <a:t>components:</a:t>
            </a:r>
            <a:endParaRPr lang="en-US" sz="2800" i="1">
              <a:latin typeface="Trebuchet MS"/>
            </a:endParaRPr>
          </a:p>
        </p:txBody>
      </p:sp>
      <p:sp>
        <p:nvSpPr>
          <p:cNvPr id="78" name="TextBox 77">
            <a:extLst>
              <a:ext uri="{FF2B5EF4-FFF2-40B4-BE49-F238E27FC236}">
                <a16:creationId xmlns:a16="http://schemas.microsoft.com/office/drawing/2014/main" id="{D2DF66E5-700D-3979-29C3-23C0A3E82367}"/>
              </a:ext>
            </a:extLst>
          </p:cNvPr>
          <p:cNvSpPr txBox="1"/>
          <p:nvPr/>
        </p:nvSpPr>
        <p:spPr>
          <a:xfrm>
            <a:off x="1380486" y="1491435"/>
            <a:ext cx="4655503" cy="48421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err="1">
                <a:solidFill>
                  <a:schemeClr val="bg1"/>
                </a:solidFill>
                <a:latin typeface="Trebuchet MS"/>
                <a:ea typeface="+mn-lt"/>
                <a:cs typeface="+mn-lt"/>
              </a:rPr>
              <a:t>MedAxis</a:t>
            </a:r>
            <a:r>
              <a:rPr lang="en-US" dirty="0">
                <a:solidFill>
                  <a:schemeClr val="bg1"/>
                </a:solidFill>
                <a:latin typeface="Trebuchet MS"/>
                <a:ea typeface="+mn-lt"/>
                <a:cs typeface="+mn-lt"/>
              </a:rPr>
              <a:t> Portal — React 19 + Node.js + SQLite national prescription ledger</a:t>
            </a:r>
            <a:br>
              <a:rPr lang="en-US" dirty="0">
                <a:solidFill>
                  <a:schemeClr val="bg1"/>
                </a:solidFill>
                <a:latin typeface="Trebuchet MS"/>
                <a:ea typeface="+mn-lt"/>
                <a:cs typeface="+mn-lt"/>
              </a:rPr>
            </a:br>
            <a:endParaRPr lang="en-US">
              <a:solidFill>
                <a:schemeClr val="bg1"/>
              </a:solidFill>
              <a:latin typeface="Trebuchet MS"/>
              <a:cs typeface="Arial"/>
            </a:endParaRPr>
          </a:p>
          <a:p>
            <a:r>
              <a:rPr lang="en-US" dirty="0">
                <a:solidFill>
                  <a:schemeClr val="bg1"/>
                </a:solidFill>
                <a:latin typeface="Trebuchet MS"/>
                <a:ea typeface="+mn-lt"/>
                <a:cs typeface="+mn-lt"/>
              </a:rPr>
              <a:t>MOSIP </a:t>
            </a:r>
            <a:r>
              <a:rPr lang="en-US" dirty="0" err="1">
                <a:solidFill>
                  <a:schemeClr val="bg1"/>
                </a:solidFill>
                <a:latin typeface="Trebuchet MS"/>
                <a:ea typeface="+mn-lt"/>
                <a:cs typeface="+mn-lt"/>
              </a:rPr>
              <a:t>eSignet</a:t>
            </a:r>
            <a:r>
              <a:rPr lang="en-US" dirty="0">
                <a:solidFill>
                  <a:schemeClr val="bg1"/>
                </a:solidFill>
                <a:latin typeface="Trebuchet MS"/>
                <a:ea typeface="+mn-lt"/>
                <a:cs typeface="+mn-lt"/>
              </a:rPr>
              <a:t> — OpenID Connect authentication for all 4 actors</a:t>
            </a:r>
            <a:br>
              <a:rPr lang="en-US" dirty="0">
                <a:solidFill>
                  <a:schemeClr val="bg1"/>
                </a:solidFill>
                <a:latin typeface="Trebuchet MS"/>
                <a:ea typeface="+mn-lt"/>
                <a:cs typeface="+mn-lt"/>
              </a:rPr>
            </a:br>
            <a:endParaRPr lang="en-US">
              <a:solidFill>
                <a:schemeClr val="bg1"/>
              </a:solidFill>
              <a:latin typeface="Trebuchet MS"/>
              <a:cs typeface="Arial"/>
            </a:endParaRPr>
          </a:p>
          <a:p>
            <a:r>
              <a:rPr lang="en-US">
                <a:solidFill>
                  <a:schemeClr val="bg1"/>
                </a:solidFill>
                <a:latin typeface="Trebuchet MS"/>
                <a:ea typeface="+mn-lt"/>
                <a:cs typeface="+mn-lt"/>
              </a:rPr>
              <a:t>Inji Certify — Issues W3C Verifiable Credentials (Ed25519 signed)</a:t>
            </a:r>
            <a:br>
              <a:rPr lang="en-US" dirty="0">
                <a:solidFill>
                  <a:schemeClr val="bg1"/>
                </a:solidFill>
                <a:latin typeface="Trebuchet MS"/>
                <a:ea typeface="+mn-lt"/>
                <a:cs typeface="+mn-lt"/>
              </a:rPr>
            </a:br>
            <a:endParaRPr lang="en-US">
              <a:solidFill>
                <a:schemeClr val="bg1"/>
              </a:solidFill>
              <a:latin typeface="Trebuchet MS"/>
              <a:cs typeface="Arial"/>
            </a:endParaRPr>
          </a:p>
          <a:p>
            <a:r>
              <a:rPr lang="en-US">
                <a:solidFill>
                  <a:schemeClr val="bg1"/>
                </a:solidFill>
                <a:latin typeface="Trebuchet MS"/>
                <a:ea typeface="+mn-lt"/>
                <a:cs typeface="+mn-lt"/>
              </a:rPr>
              <a:t>Inji Wallet — Patient downloads signed prescription PDF with QR code</a:t>
            </a:r>
            <a:br>
              <a:rPr lang="en-US" dirty="0">
                <a:solidFill>
                  <a:schemeClr val="bg1"/>
                </a:solidFill>
                <a:latin typeface="Trebuchet MS"/>
                <a:ea typeface="+mn-lt"/>
                <a:cs typeface="+mn-lt"/>
              </a:rPr>
            </a:br>
            <a:endParaRPr lang="en-US">
              <a:solidFill>
                <a:schemeClr val="bg1"/>
              </a:solidFill>
              <a:latin typeface="Trebuchet MS"/>
              <a:cs typeface="Arial"/>
            </a:endParaRPr>
          </a:p>
          <a:p>
            <a:r>
              <a:rPr lang="en-US">
                <a:solidFill>
                  <a:schemeClr val="bg1"/>
                </a:solidFill>
                <a:latin typeface="Trebuchet MS"/>
                <a:ea typeface="+mn-lt"/>
                <a:cs typeface="+mn-lt"/>
              </a:rPr>
              <a:t>Inji Verify — Pharmacist scans and verifies credential authenticity</a:t>
            </a:r>
            <a:endParaRPr lang="en-US">
              <a:solidFill>
                <a:schemeClr val="bg1"/>
              </a:solidFill>
              <a:latin typeface="Trebuchet MS"/>
            </a:endParaRPr>
          </a:p>
          <a:p>
            <a:endParaRPr lang="en-US">
              <a:latin typeface="Trebuchet MS"/>
            </a:endParaRPr>
          </a:p>
          <a:p>
            <a:endParaRPr lang="en-US">
              <a:latin typeface="Trebuchet MS"/>
            </a:endParaRPr>
          </a:p>
          <a:p>
            <a:pPr algn="l"/>
            <a:endParaRPr lang="en-US" dirty="0">
              <a:latin typeface="Trebuchet MS"/>
              <a:cs typeface="Arial"/>
            </a:endParaRPr>
          </a:p>
        </p:txBody>
      </p:sp>
      <p:sp>
        <p:nvSpPr>
          <p:cNvPr id="79" name="Shape 44">
            <a:extLst>
              <a:ext uri="{FF2B5EF4-FFF2-40B4-BE49-F238E27FC236}">
                <a16:creationId xmlns:a16="http://schemas.microsoft.com/office/drawing/2014/main" id="{B5148101-2EB4-0638-0E54-46C1168C2134}"/>
              </a:ext>
            </a:extLst>
          </p:cNvPr>
          <p:cNvSpPr/>
          <p:nvPr/>
        </p:nvSpPr>
        <p:spPr>
          <a:xfrm>
            <a:off x="1375083" y="1663228"/>
            <a:ext cx="54864" cy="54864"/>
          </a:xfrm>
          <a:prstGeom prst="rect">
            <a:avLst/>
          </a:prstGeom>
          <a:solidFill>
            <a:srgbClr val="2DCFCF"/>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latin typeface="Trebuchet MS"/>
            </a:endParaRPr>
          </a:p>
        </p:txBody>
      </p:sp>
      <p:sp>
        <p:nvSpPr>
          <p:cNvPr id="80" name="Shape 44">
            <a:extLst>
              <a:ext uri="{FF2B5EF4-FFF2-40B4-BE49-F238E27FC236}">
                <a16:creationId xmlns:a16="http://schemas.microsoft.com/office/drawing/2014/main" id="{E1BB32EB-CBEA-845E-EA6A-D3299B8D4BB6}"/>
              </a:ext>
            </a:extLst>
          </p:cNvPr>
          <p:cNvSpPr/>
          <p:nvPr/>
        </p:nvSpPr>
        <p:spPr>
          <a:xfrm>
            <a:off x="1361476" y="4901728"/>
            <a:ext cx="54864" cy="54864"/>
          </a:xfrm>
          <a:prstGeom prst="rect">
            <a:avLst/>
          </a:prstGeom>
          <a:solidFill>
            <a:srgbClr val="2DCFCF"/>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latin typeface="Trebuchet MS"/>
            </a:endParaRPr>
          </a:p>
        </p:txBody>
      </p:sp>
      <p:sp>
        <p:nvSpPr>
          <p:cNvPr id="81" name="Shape 34">
            <a:extLst>
              <a:ext uri="{FF2B5EF4-FFF2-40B4-BE49-F238E27FC236}">
                <a16:creationId xmlns:a16="http://schemas.microsoft.com/office/drawing/2014/main" id="{9F027DEE-07CA-A339-DED8-2D0D00C7D393}"/>
              </a:ext>
            </a:extLst>
          </p:cNvPr>
          <p:cNvSpPr/>
          <p:nvPr/>
        </p:nvSpPr>
        <p:spPr>
          <a:xfrm>
            <a:off x="6592932" y="3137806"/>
            <a:ext cx="182880" cy="45720"/>
          </a:xfrm>
          <a:prstGeom prst="rect">
            <a:avLst/>
          </a:prstGeom>
          <a:solidFill>
            <a:srgbClr val="2DCFCF"/>
          </a:solidFill>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latin typeface="Trebuchet MS"/>
            </a:endParaRPr>
          </a:p>
        </p:txBody>
      </p:sp>
      <p:sp>
        <p:nvSpPr>
          <p:cNvPr id="82" name="Shape 35">
            <a:extLst>
              <a:ext uri="{FF2B5EF4-FFF2-40B4-BE49-F238E27FC236}">
                <a16:creationId xmlns:a16="http://schemas.microsoft.com/office/drawing/2014/main" id="{61CE98DF-3D51-8206-C2D0-EB6E4610E479}"/>
              </a:ext>
            </a:extLst>
          </p:cNvPr>
          <p:cNvSpPr/>
          <p:nvPr/>
        </p:nvSpPr>
        <p:spPr>
          <a:xfrm>
            <a:off x="6326776" y="1197428"/>
            <a:ext cx="5260522" cy="4450625"/>
          </a:xfrm>
          <a:prstGeom prst="rect">
            <a:avLst/>
          </a:prstGeom>
          <a:solidFill>
            <a:srgbClr val="112222"/>
          </a:solidFill>
          <a:ln w="12700">
            <a:solidFill>
              <a:srgbClr val="2DCFCF"/>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sz="4800">
              <a:latin typeface="Trebuchet MS"/>
            </a:endParaRPr>
          </a:p>
        </p:txBody>
      </p:sp>
      <p:sp>
        <p:nvSpPr>
          <p:cNvPr id="83" name="Shape 36">
            <a:extLst>
              <a:ext uri="{FF2B5EF4-FFF2-40B4-BE49-F238E27FC236}">
                <a16:creationId xmlns:a16="http://schemas.microsoft.com/office/drawing/2014/main" id="{770A045C-ACDC-18D0-F45E-E72196C97117}"/>
              </a:ext>
            </a:extLst>
          </p:cNvPr>
          <p:cNvSpPr/>
          <p:nvPr/>
        </p:nvSpPr>
        <p:spPr>
          <a:xfrm>
            <a:off x="6326776" y="938891"/>
            <a:ext cx="5260520" cy="556261"/>
          </a:xfrm>
          <a:prstGeom prst="rect">
            <a:avLst/>
          </a:prstGeom>
          <a:solidFill>
            <a:srgbClr val="2DCFCF"/>
          </a:solidFill>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latin typeface="Trebuchet MS"/>
            </a:endParaRPr>
          </a:p>
        </p:txBody>
      </p:sp>
      <p:sp>
        <p:nvSpPr>
          <p:cNvPr id="84" name="Shape 38">
            <a:extLst>
              <a:ext uri="{FF2B5EF4-FFF2-40B4-BE49-F238E27FC236}">
                <a16:creationId xmlns:a16="http://schemas.microsoft.com/office/drawing/2014/main" id="{69277A3B-8338-BA71-457C-90415CFC25BE}"/>
              </a:ext>
            </a:extLst>
          </p:cNvPr>
          <p:cNvSpPr/>
          <p:nvPr/>
        </p:nvSpPr>
        <p:spPr>
          <a:xfrm>
            <a:off x="6845154" y="2575885"/>
            <a:ext cx="54864" cy="54864"/>
          </a:xfrm>
          <a:prstGeom prst="rect">
            <a:avLst/>
          </a:prstGeom>
          <a:solidFill>
            <a:srgbClr val="2DCFCF"/>
          </a:solidFill>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latin typeface="Trebuchet MS"/>
            </a:endParaRPr>
          </a:p>
        </p:txBody>
      </p:sp>
      <p:sp>
        <p:nvSpPr>
          <p:cNvPr id="85" name="Shape 42">
            <a:extLst>
              <a:ext uri="{FF2B5EF4-FFF2-40B4-BE49-F238E27FC236}">
                <a16:creationId xmlns:a16="http://schemas.microsoft.com/office/drawing/2014/main" id="{78F8D830-D1CD-E4D5-5D6D-4FFF545D680D}"/>
              </a:ext>
            </a:extLst>
          </p:cNvPr>
          <p:cNvSpPr/>
          <p:nvPr/>
        </p:nvSpPr>
        <p:spPr>
          <a:xfrm>
            <a:off x="6845154" y="3323625"/>
            <a:ext cx="54864" cy="54864"/>
          </a:xfrm>
          <a:prstGeom prst="rect">
            <a:avLst/>
          </a:prstGeom>
          <a:solidFill>
            <a:srgbClr val="2DCFCF"/>
          </a:solidFill>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latin typeface="Trebuchet MS"/>
            </a:endParaRPr>
          </a:p>
        </p:txBody>
      </p:sp>
      <p:sp>
        <p:nvSpPr>
          <p:cNvPr id="86" name="Text 45">
            <a:extLst>
              <a:ext uri="{FF2B5EF4-FFF2-40B4-BE49-F238E27FC236}">
                <a16:creationId xmlns:a16="http://schemas.microsoft.com/office/drawing/2014/main" id="{869B05D1-0DD5-11FB-0617-6B8AEC0A4D14}"/>
              </a:ext>
            </a:extLst>
          </p:cNvPr>
          <p:cNvSpPr/>
          <p:nvPr/>
        </p:nvSpPr>
        <p:spPr>
          <a:xfrm>
            <a:off x="7068420" y="3622438"/>
            <a:ext cx="2331720" cy="4114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2000" dirty="0">
              <a:solidFill>
                <a:srgbClr val="D4E0E0"/>
              </a:solidFill>
              <a:latin typeface="Trebuchet MS"/>
              <a:ea typeface="Calibri"/>
              <a:cs typeface="Calibri"/>
            </a:endParaRPr>
          </a:p>
        </p:txBody>
      </p:sp>
      <p:sp>
        <p:nvSpPr>
          <p:cNvPr id="87" name="Shape 46">
            <a:extLst>
              <a:ext uri="{FF2B5EF4-FFF2-40B4-BE49-F238E27FC236}">
                <a16:creationId xmlns:a16="http://schemas.microsoft.com/office/drawing/2014/main" id="{352E63CD-C018-EE78-A7A3-344E81C04F76}"/>
              </a:ext>
            </a:extLst>
          </p:cNvPr>
          <p:cNvSpPr/>
          <p:nvPr/>
        </p:nvSpPr>
        <p:spPr>
          <a:xfrm>
            <a:off x="6845154" y="4357115"/>
            <a:ext cx="54864" cy="54864"/>
          </a:xfrm>
          <a:prstGeom prst="rect">
            <a:avLst/>
          </a:prstGeom>
          <a:solidFill>
            <a:srgbClr val="2DCFCF"/>
          </a:solidFill>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latin typeface="Trebuchet MS"/>
            </a:endParaRPr>
          </a:p>
        </p:txBody>
      </p:sp>
      <p:sp>
        <p:nvSpPr>
          <p:cNvPr id="88" name="Text 37">
            <a:extLst>
              <a:ext uri="{FF2B5EF4-FFF2-40B4-BE49-F238E27FC236}">
                <a16:creationId xmlns:a16="http://schemas.microsoft.com/office/drawing/2014/main" id="{7E7DD8B5-A7F0-FE50-69E9-938B38BE52D0}"/>
              </a:ext>
            </a:extLst>
          </p:cNvPr>
          <p:cNvSpPr/>
          <p:nvPr/>
        </p:nvSpPr>
        <p:spPr>
          <a:xfrm>
            <a:off x="6830240" y="1034142"/>
            <a:ext cx="4362450" cy="42018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800" i="1">
                <a:solidFill>
                  <a:srgbClr val="FFFFFF"/>
                </a:solidFill>
                <a:latin typeface="Trebuchet MS"/>
                <a:ea typeface="+mn-lt"/>
                <a:cs typeface="+mn-lt"/>
              </a:rPr>
              <a:t>Data flow:</a:t>
            </a:r>
            <a:endParaRPr lang="en-US" sz="2800" i="1">
              <a:latin typeface="Trebuchet MS"/>
              <a:ea typeface="+mn-lt"/>
              <a:cs typeface="+mn-lt"/>
            </a:endParaRPr>
          </a:p>
        </p:txBody>
      </p:sp>
      <p:sp>
        <p:nvSpPr>
          <p:cNvPr id="89" name="TextBox 88">
            <a:extLst>
              <a:ext uri="{FF2B5EF4-FFF2-40B4-BE49-F238E27FC236}">
                <a16:creationId xmlns:a16="http://schemas.microsoft.com/office/drawing/2014/main" id="{7EC443CE-33A3-733C-E92B-F63FCA2662BA}"/>
              </a:ext>
            </a:extLst>
          </p:cNvPr>
          <p:cNvSpPr txBox="1"/>
          <p:nvPr/>
        </p:nvSpPr>
        <p:spPr>
          <a:xfrm>
            <a:off x="6904986" y="1491434"/>
            <a:ext cx="4669110"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latin typeface="Trebuchet MS"/>
                <a:ea typeface="+mn-lt"/>
                <a:cs typeface="+mn-lt"/>
              </a:rPr>
              <a:t>Doctor (</a:t>
            </a:r>
            <a:r>
              <a:rPr lang="en-US" dirty="0" err="1">
                <a:solidFill>
                  <a:schemeClr val="bg1"/>
                </a:solidFill>
                <a:latin typeface="Trebuchet MS"/>
                <a:ea typeface="+mn-lt"/>
                <a:cs typeface="+mn-lt"/>
              </a:rPr>
              <a:t>eSignet</a:t>
            </a:r>
            <a:r>
              <a:rPr lang="en-US" dirty="0">
                <a:solidFill>
                  <a:schemeClr val="bg1"/>
                </a:solidFill>
                <a:latin typeface="Trebuchet MS"/>
                <a:ea typeface="+mn-lt"/>
                <a:cs typeface="+mn-lt"/>
              </a:rPr>
              <a:t> auth) -&gt; Issues prescription -&gt; National Ledger</a:t>
            </a:r>
            <a:endParaRPr lang="en-US" dirty="0">
              <a:solidFill>
                <a:schemeClr val="bg1"/>
              </a:solidFill>
              <a:latin typeface="Trebuchet MS"/>
              <a:cs typeface="Arial"/>
            </a:endParaRPr>
          </a:p>
          <a:p>
            <a:endParaRPr lang="en-US" dirty="0">
              <a:solidFill>
                <a:schemeClr val="bg1"/>
              </a:solidFill>
              <a:latin typeface="Trebuchet MS"/>
              <a:ea typeface="+mn-lt"/>
              <a:cs typeface="+mn-lt"/>
            </a:endParaRPr>
          </a:p>
          <a:p>
            <a:r>
              <a:rPr lang="en-US" dirty="0">
                <a:solidFill>
                  <a:schemeClr val="bg1"/>
                </a:solidFill>
                <a:latin typeface="Trebuchet MS"/>
                <a:ea typeface="+mn-lt"/>
                <a:cs typeface="+mn-lt"/>
              </a:rPr>
              <a:t>Patient (</a:t>
            </a:r>
            <a:r>
              <a:rPr lang="en-US" dirty="0" err="1">
                <a:solidFill>
                  <a:schemeClr val="bg1"/>
                </a:solidFill>
                <a:latin typeface="Trebuchet MS"/>
                <a:ea typeface="+mn-lt"/>
                <a:cs typeface="+mn-lt"/>
              </a:rPr>
              <a:t>eSignet</a:t>
            </a:r>
            <a:r>
              <a:rPr lang="en-US" dirty="0">
                <a:solidFill>
                  <a:schemeClr val="bg1"/>
                </a:solidFill>
                <a:latin typeface="Trebuchet MS"/>
                <a:ea typeface="+mn-lt"/>
                <a:cs typeface="+mn-lt"/>
              </a:rPr>
              <a:t> auth) -&gt; Inji Certify -&gt; Downloads VC PDF</a:t>
            </a:r>
            <a:endParaRPr lang="en-US" dirty="0">
              <a:solidFill>
                <a:schemeClr val="bg1"/>
              </a:solidFill>
              <a:latin typeface="Trebuchet MS"/>
              <a:cs typeface="Arial"/>
            </a:endParaRPr>
          </a:p>
          <a:p>
            <a:endParaRPr lang="en-US" dirty="0">
              <a:solidFill>
                <a:schemeClr val="bg1"/>
              </a:solidFill>
              <a:latin typeface="Trebuchet MS"/>
              <a:ea typeface="+mn-lt"/>
              <a:cs typeface="+mn-lt"/>
            </a:endParaRPr>
          </a:p>
          <a:p>
            <a:r>
              <a:rPr lang="en-US" dirty="0">
                <a:solidFill>
                  <a:schemeClr val="bg1"/>
                </a:solidFill>
                <a:latin typeface="Trebuchet MS"/>
                <a:ea typeface="+mn-lt"/>
                <a:cs typeface="+mn-lt"/>
              </a:rPr>
              <a:t>Pharmacist (</a:t>
            </a:r>
            <a:r>
              <a:rPr lang="en-US" dirty="0" err="1">
                <a:solidFill>
                  <a:schemeClr val="bg1"/>
                </a:solidFill>
                <a:latin typeface="Trebuchet MS"/>
                <a:ea typeface="+mn-lt"/>
                <a:cs typeface="+mn-lt"/>
              </a:rPr>
              <a:t>eSignet</a:t>
            </a:r>
            <a:r>
              <a:rPr lang="en-US" dirty="0">
                <a:solidFill>
                  <a:schemeClr val="bg1"/>
                </a:solidFill>
                <a:latin typeface="Trebuchet MS"/>
                <a:ea typeface="+mn-lt"/>
                <a:cs typeface="+mn-lt"/>
              </a:rPr>
              <a:t> auth) -&gt; Inji Verify -&gt; Verifies VC -&gt; Confirms dispense -&gt; Ledger locked</a:t>
            </a:r>
            <a:endParaRPr lang="en-US" dirty="0">
              <a:solidFill>
                <a:schemeClr val="bg1"/>
              </a:solidFill>
              <a:latin typeface="Trebuchet MS"/>
              <a:cs typeface="Arial"/>
            </a:endParaRPr>
          </a:p>
          <a:p>
            <a:endParaRPr lang="en-US" dirty="0">
              <a:solidFill>
                <a:schemeClr val="bg1"/>
              </a:solidFill>
              <a:latin typeface="Trebuchet MS"/>
              <a:ea typeface="+mn-lt"/>
              <a:cs typeface="+mn-lt"/>
            </a:endParaRPr>
          </a:p>
          <a:p>
            <a:r>
              <a:rPr lang="en-US">
                <a:solidFill>
                  <a:schemeClr val="bg1"/>
                </a:solidFill>
                <a:latin typeface="Trebuchet MS"/>
                <a:ea typeface="+mn-lt"/>
                <a:cs typeface="+mn-lt"/>
              </a:rPr>
              <a:t>Regulator -&gt; Real-time audit dashboard + disputes review</a:t>
            </a:r>
            <a:endParaRPr lang="en-US">
              <a:solidFill>
                <a:schemeClr val="bg1"/>
              </a:solidFill>
              <a:latin typeface="Trebuchet MS"/>
              <a:cs typeface="Arial"/>
            </a:endParaRPr>
          </a:p>
          <a:p>
            <a:endParaRPr lang="en-US" dirty="0">
              <a:solidFill>
                <a:schemeClr val="bg1"/>
              </a:solidFill>
              <a:latin typeface="Trebuchet MS"/>
              <a:ea typeface="+mn-lt"/>
              <a:cs typeface="+mn-lt"/>
            </a:endParaRPr>
          </a:p>
          <a:p>
            <a:r>
              <a:rPr lang="en-US" dirty="0">
                <a:solidFill>
                  <a:schemeClr val="bg1"/>
                </a:solidFill>
                <a:latin typeface="Trebuchet MS"/>
                <a:ea typeface="+mn-lt"/>
                <a:cs typeface="+mn-lt"/>
              </a:rPr>
              <a:t>Key tools: MOSIP </a:t>
            </a:r>
            <a:r>
              <a:rPr lang="en-US" dirty="0" err="1">
                <a:solidFill>
                  <a:schemeClr val="bg1"/>
                </a:solidFill>
                <a:latin typeface="Trebuchet MS"/>
                <a:ea typeface="+mn-lt"/>
                <a:cs typeface="+mn-lt"/>
              </a:rPr>
              <a:t>eSignet</a:t>
            </a:r>
            <a:r>
              <a:rPr lang="en-US" dirty="0">
                <a:solidFill>
                  <a:schemeClr val="bg1"/>
                </a:solidFill>
                <a:latin typeface="Trebuchet MS"/>
                <a:ea typeface="+mn-lt"/>
                <a:cs typeface="+mn-lt"/>
              </a:rPr>
              <a:t>, Inji Certify, Inji Verify, Inji Web, W3C VC standard, </a:t>
            </a:r>
            <a:r>
              <a:rPr lang="en-US" dirty="0" err="1">
                <a:solidFill>
                  <a:schemeClr val="bg1"/>
                </a:solidFill>
                <a:latin typeface="Trebuchet MS"/>
                <a:ea typeface="+mn-lt"/>
                <a:cs typeface="+mn-lt"/>
              </a:rPr>
              <a:t>DID:web</a:t>
            </a:r>
            <a:endParaRPr lang="en-US" dirty="0" err="1">
              <a:solidFill>
                <a:schemeClr val="bg1"/>
              </a:solidFill>
              <a:latin typeface="Trebuchet MS"/>
              <a:cs typeface="Arial"/>
            </a:endParaRPr>
          </a:p>
          <a:p>
            <a:endParaRPr lang="en-US" dirty="0">
              <a:solidFill>
                <a:schemeClr val="bg1"/>
              </a:solidFill>
              <a:latin typeface="Trebuchet MS"/>
              <a:ea typeface="+mn-lt"/>
              <a:cs typeface="+mn-lt"/>
            </a:endParaRPr>
          </a:p>
          <a:p>
            <a:pPr algn="l"/>
            <a:endParaRPr lang="en-US" dirty="0">
              <a:latin typeface="Trebuchet MS"/>
              <a:cs typeface="Arial"/>
            </a:endParaRPr>
          </a:p>
        </p:txBody>
      </p:sp>
      <p:sp>
        <p:nvSpPr>
          <p:cNvPr id="90" name="Shape 44">
            <a:extLst>
              <a:ext uri="{FF2B5EF4-FFF2-40B4-BE49-F238E27FC236}">
                <a16:creationId xmlns:a16="http://schemas.microsoft.com/office/drawing/2014/main" id="{7B802761-CC73-BCB6-9DCB-1AABA63EB809}"/>
              </a:ext>
            </a:extLst>
          </p:cNvPr>
          <p:cNvSpPr/>
          <p:nvPr/>
        </p:nvSpPr>
        <p:spPr>
          <a:xfrm>
            <a:off x="6872368" y="1663227"/>
            <a:ext cx="54864" cy="54864"/>
          </a:xfrm>
          <a:prstGeom prst="rect">
            <a:avLst/>
          </a:prstGeom>
          <a:solidFill>
            <a:srgbClr val="2DCFCF"/>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latin typeface="Trebuchet MS"/>
            </a:endParaRPr>
          </a:p>
        </p:txBody>
      </p:sp>
      <p:sp>
        <p:nvSpPr>
          <p:cNvPr id="91" name="Shape 44">
            <a:extLst>
              <a:ext uri="{FF2B5EF4-FFF2-40B4-BE49-F238E27FC236}">
                <a16:creationId xmlns:a16="http://schemas.microsoft.com/office/drawing/2014/main" id="{25E9E57B-8C2A-1218-510D-29137EC30457}"/>
              </a:ext>
            </a:extLst>
          </p:cNvPr>
          <p:cNvSpPr/>
          <p:nvPr/>
        </p:nvSpPr>
        <p:spPr>
          <a:xfrm>
            <a:off x="6899583" y="5160263"/>
            <a:ext cx="54864" cy="54864"/>
          </a:xfrm>
          <a:prstGeom prst="rect">
            <a:avLst/>
          </a:prstGeom>
          <a:solidFill>
            <a:srgbClr val="2DCFCF"/>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latin typeface="Trebuchet MS"/>
            </a:endParaRPr>
          </a:p>
        </p:txBody>
      </p:sp>
    </p:spTree>
    <p:extLst>
      <p:ext uri="{BB962C8B-B14F-4D97-AF65-F5344CB8AC3E}">
        <p14:creationId xmlns:p14="http://schemas.microsoft.com/office/powerpoint/2010/main" val="18589233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5">
          <a:extLst>
            <a:ext uri="{FF2B5EF4-FFF2-40B4-BE49-F238E27FC236}">
              <a16:creationId xmlns:a16="http://schemas.microsoft.com/office/drawing/2014/main" id="{BB7F8BA5-0E53-8ADA-06FD-BA9937385CB4}"/>
            </a:ext>
          </a:extLst>
        </p:cNvPr>
        <p:cNvGrpSpPr/>
        <p:nvPr/>
      </p:nvGrpSpPr>
      <p:grpSpPr>
        <a:xfrm>
          <a:off x="0" y="0"/>
          <a:ext cx="0" cy="0"/>
          <a:chOff x="0" y="0"/>
          <a:chExt cx="0" cy="0"/>
        </a:xfrm>
      </p:grpSpPr>
      <p:sp>
        <p:nvSpPr>
          <p:cNvPr id="9" name="Text Placeholder 8">
            <a:extLst>
              <a:ext uri="{FF2B5EF4-FFF2-40B4-BE49-F238E27FC236}">
                <a16:creationId xmlns:a16="http://schemas.microsoft.com/office/drawing/2014/main" id="{C40C53B1-BC67-070A-66C8-AA5439166169}"/>
              </a:ext>
            </a:extLst>
          </p:cNvPr>
          <p:cNvSpPr>
            <a:spLocks noGrp="1"/>
          </p:cNvSpPr>
          <p:nvPr>
            <p:ph type="body" idx="1"/>
          </p:nvPr>
        </p:nvSpPr>
        <p:spPr>
          <a:xfrm>
            <a:off x="341298" y="199404"/>
            <a:ext cx="11407790" cy="369291"/>
          </a:xfrm>
        </p:spPr>
        <p:txBody>
          <a:bodyPr/>
          <a:lstStyle/>
          <a:p>
            <a:r>
              <a:rPr lang="en-US" sz="2000"/>
              <a:t>User journey flow</a:t>
            </a:r>
          </a:p>
        </p:txBody>
      </p:sp>
      <p:sp>
        <p:nvSpPr>
          <p:cNvPr id="2" name="Google Shape;796;p8">
            <a:extLst>
              <a:ext uri="{FF2B5EF4-FFF2-40B4-BE49-F238E27FC236}">
                <a16:creationId xmlns:a16="http://schemas.microsoft.com/office/drawing/2014/main" id="{8F26E6B6-109C-DBBD-4784-8DF9B2D538F9}"/>
              </a:ext>
            </a:extLst>
          </p:cNvPr>
          <p:cNvSpPr/>
          <p:nvPr/>
        </p:nvSpPr>
        <p:spPr>
          <a:xfrm>
            <a:off x="354010" y="638516"/>
            <a:ext cx="11395078" cy="653728"/>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14000"/>
              </a:lnSpc>
              <a:spcBef>
                <a:spcPts val="0"/>
              </a:spcBef>
              <a:spcAft>
                <a:spcPts val="0"/>
              </a:spcAft>
              <a:buClr>
                <a:srgbClr val="000000"/>
              </a:buClr>
              <a:buSzTx/>
              <a:buFont typeface="Arial"/>
              <a:buNone/>
              <a:tabLst/>
              <a:defRPr/>
            </a:pPr>
            <a:r>
              <a:rPr lang="en-US" sz="1600" b="1" kern="0">
                <a:solidFill>
                  <a:srgbClr val="00BFDF"/>
                </a:solidFill>
                <a:latin typeface="Trebuchet MS"/>
                <a:ea typeface="Trebuchet MS"/>
                <a:cs typeface="Trebuchet MS"/>
                <a:sym typeface="Trebuchet MS"/>
              </a:rPr>
              <a:t>Real-world demo using the live MOSIP stack: Dr. Ahmed authenticates via eSignet, prescription issued as a signed Verifiable Credential, Karima downloads the VC as a PDF, pharmacist verifies signature via Inji Verify.</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 name="Google Shape;201;p4">
            <a:extLst>
              <a:ext uri="{FF2B5EF4-FFF2-40B4-BE49-F238E27FC236}">
                <a16:creationId xmlns:a16="http://schemas.microsoft.com/office/drawing/2014/main" id="{E4881F28-4FE0-827E-57A2-BA036FF939DE}"/>
              </a:ext>
            </a:extLst>
          </p:cNvPr>
          <p:cNvSpPr/>
          <p:nvPr/>
        </p:nvSpPr>
        <p:spPr>
          <a:xfrm>
            <a:off x="10036628" y="1793"/>
            <a:ext cx="2160000" cy="34865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Trebuchet MS"/>
                <a:ea typeface="Trebuchet MS"/>
                <a:cs typeface="Trebuchet MS"/>
                <a:sym typeface="Trebuchet MS"/>
              </a:rPr>
              <a:t>Time: 1 min 30 sec</a:t>
            </a:r>
            <a:endParaRPr sz="1800" dirty="0">
              <a:solidFill>
                <a:schemeClr val="lt1"/>
              </a:solidFill>
              <a:latin typeface="Trebuchet MS"/>
              <a:ea typeface="Trebuchet MS"/>
              <a:cs typeface="Trebuchet MS"/>
              <a:sym typeface="Trebuchet MS"/>
            </a:endParaRPr>
          </a:p>
        </p:txBody>
      </p:sp>
      <p:pic>
        <p:nvPicPr>
          <p:cNvPr id="5" name="Picture 4" descr="A screenshot of a medical chart&#10;&#10;AI-generated content may be incorrect.">
            <a:extLst>
              <a:ext uri="{FF2B5EF4-FFF2-40B4-BE49-F238E27FC236}">
                <a16:creationId xmlns:a16="http://schemas.microsoft.com/office/drawing/2014/main" id="{ED91A36C-B11B-BB13-1F43-FB2F96F5D7B3}"/>
              </a:ext>
            </a:extLst>
          </p:cNvPr>
          <p:cNvPicPr>
            <a:picLocks noChangeAspect="1"/>
          </p:cNvPicPr>
          <p:nvPr/>
        </p:nvPicPr>
        <p:blipFill>
          <a:blip r:embed="rId3"/>
          <a:stretch>
            <a:fillRect/>
          </a:stretch>
        </p:blipFill>
        <p:spPr>
          <a:xfrm>
            <a:off x="1062934" y="1292086"/>
            <a:ext cx="10066131" cy="4925392"/>
          </a:xfrm>
          <a:prstGeom prst="rect">
            <a:avLst/>
          </a:prstGeom>
        </p:spPr>
      </p:pic>
    </p:spTree>
    <p:extLst>
      <p:ext uri="{BB962C8B-B14F-4D97-AF65-F5344CB8AC3E}">
        <p14:creationId xmlns:p14="http://schemas.microsoft.com/office/powerpoint/2010/main" val="1824521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5">
          <a:extLst>
            <a:ext uri="{FF2B5EF4-FFF2-40B4-BE49-F238E27FC236}">
              <a16:creationId xmlns:a16="http://schemas.microsoft.com/office/drawing/2014/main" id="{526B7B74-F3B8-AE6A-46DF-94DA719AF0D1}"/>
            </a:ext>
          </a:extLst>
        </p:cNvPr>
        <p:cNvGrpSpPr/>
        <p:nvPr/>
      </p:nvGrpSpPr>
      <p:grpSpPr>
        <a:xfrm>
          <a:off x="0" y="0"/>
          <a:ext cx="0" cy="0"/>
          <a:chOff x="0" y="0"/>
          <a:chExt cx="0" cy="0"/>
        </a:xfrm>
      </p:grpSpPr>
      <p:sp>
        <p:nvSpPr>
          <p:cNvPr id="9" name="Text Placeholder 8">
            <a:extLst>
              <a:ext uri="{FF2B5EF4-FFF2-40B4-BE49-F238E27FC236}">
                <a16:creationId xmlns:a16="http://schemas.microsoft.com/office/drawing/2014/main" id="{9E361771-3506-01DB-11FE-E38457B60166}"/>
              </a:ext>
            </a:extLst>
          </p:cNvPr>
          <p:cNvSpPr>
            <a:spLocks noGrp="1"/>
          </p:cNvSpPr>
          <p:nvPr>
            <p:ph type="body" idx="1"/>
          </p:nvPr>
        </p:nvSpPr>
        <p:spPr>
          <a:xfrm>
            <a:off x="341298" y="199404"/>
            <a:ext cx="11407790" cy="424691"/>
          </a:xfrm>
        </p:spPr>
        <p:txBody>
          <a:bodyPr/>
          <a:lstStyle/>
          <a:p>
            <a:r>
              <a:rPr lang="en-US" dirty="0"/>
              <a:t>Potential Impact</a:t>
            </a:r>
          </a:p>
        </p:txBody>
      </p:sp>
      <p:cxnSp>
        <p:nvCxnSpPr>
          <p:cNvPr id="3" name="Google Shape;347;p7">
            <a:extLst>
              <a:ext uri="{FF2B5EF4-FFF2-40B4-BE49-F238E27FC236}">
                <a16:creationId xmlns:a16="http://schemas.microsoft.com/office/drawing/2014/main" id="{DFC0504F-825F-AE07-4736-1595CAB1D3A1}"/>
              </a:ext>
            </a:extLst>
          </p:cNvPr>
          <p:cNvCxnSpPr/>
          <p:nvPr/>
        </p:nvCxnSpPr>
        <p:spPr>
          <a:xfrm>
            <a:off x="2201655" y="2655032"/>
            <a:ext cx="2989466" cy="0"/>
          </a:xfrm>
          <a:prstGeom prst="straightConnector1">
            <a:avLst/>
          </a:prstGeom>
          <a:noFill/>
          <a:ln w="9525" cap="flat" cmpd="sng">
            <a:solidFill>
              <a:schemeClr val="lt2"/>
            </a:solidFill>
            <a:prstDash val="solid"/>
            <a:miter lim="800000"/>
            <a:headEnd type="none" w="sm" len="sm"/>
            <a:tailEnd type="none" w="sm" len="sm"/>
          </a:ln>
        </p:spPr>
      </p:cxnSp>
      <p:cxnSp>
        <p:nvCxnSpPr>
          <p:cNvPr id="4" name="Google Shape;348;p7">
            <a:extLst>
              <a:ext uri="{FF2B5EF4-FFF2-40B4-BE49-F238E27FC236}">
                <a16:creationId xmlns:a16="http://schemas.microsoft.com/office/drawing/2014/main" id="{4623CE9B-5565-6DDE-E5A9-4CF46D1838A9}"/>
              </a:ext>
            </a:extLst>
          </p:cNvPr>
          <p:cNvCxnSpPr/>
          <p:nvPr/>
        </p:nvCxnSpPr>
        <p:spPr>
          <a:xfrm>
            <a:off x="2201655" y="3956976"/>
            <a:ext cx="2989466" cy="0"/>
          </a:xfrm>
          <a:prstGeom prst="straightConnector1">
            <a:avLst/>
          </a:prstGeom>
          <a:noFill/>
          <a:ln w="9525" cap="flat" cmpd="sng">
            <a:solidFill>
              <a:schemeClr val="lt2"/>
            </a:solidFill>
            <a:prstDash val="solid"/>
            <a:miter lim="800000"/>
            <a:headEnd type="none" w="sm" len="sm"/>
            <a:tailEnd type="none" w="sm" len="sm"/>
          </a:ln>
        </p:spPr>
      </p:cxnSp>
      <p:grpSp>
        <p:nvGrpSpPr>
          <p:cNvPr id="5" name="Google Shape;350;p7">
            <a:extLst>
              <a:ext uri="{FF2B5EF4-FFF2-40B4-BE49-F238E27FC236}">
                <a16:creationId xmlns:a16="http://schemas.microsoft.com/office/drawing/2014/main" id="{560AEE30-783F-CAA3-EBA0-0316C677B68C}"/>
              </a:ext>
            </a:extLst>
          </p:cNvPr>
          <p:cNvGrpSpPr/>
          <p:nvPr/>
        </p:nvGrpSpPr>
        <p:grpSpPr>
          <a:xfrm>
            <a:off x="939800" y="628585"/>
            <a:ext cx="4062099" cy="1951303"/>
            <a:chOff x="647700" y="1890965"/>
            <a:chExt cx="4062099" cy="1951303"/>
          </a:xfrm>
        </p:grpSpPr>
        <p:sp>
          <p:nvSpPr>
            <p:cNvPr id="6" name="Google Shape;351;p7">
              <a:extLst>
                <a:ext uri="{FF2B5EF4-FFF2-40B4-BE49-F238E27FC236}">
                  <a16:creationId xmlns:a16="http://schemas.microsoft.com/office/drawing/2014/main" id="{8ECCCD27-1D11-DC26-B8C4-2E1488AC8A70}"/>
                </a:ext>
              </a:extLst>
            </p:cNvPr>
            <p:cNvSpPr txBox="1"/>
            <p:nvPr/>
          </p:nvSpPr>
          <p:spPr>
            <a:xfrm>
              <a:off x="1909555" y="1890965"/>
              <a:ext cx="2800244" cy="1951303"/>
            </a:xfrm>
            <a:prstGeom prst="rect">
              <a:avLst/>
            </a:prstGeom>
            <a:noFill/>
            <a:ln>
              <a:noFill/>
            </a:ln>
          </p:spPr>
          <p:txBody>
            <a:bodyPr spcFirstLastPara="1" wrap="square" lIns="0" tIns="0" rIns="0" bIns="0" anchor="ctr" anchorCtr="0">
              <a:spAutoFit/>
            </a:bodyPr>
            <a:lstStyle/>
            <a:p>
              <a:pPr marL="0" marR="0" lvl="0" indent="0" algn="l" defTabSz="914400" rtl="0" eaLnBrk="1" fontAlgn="auto" latinLnBrk="0" hangingPunct="1">
                <a:lnSpc>
                  <a:spcPct val="90000"/>
                </a:lnSpc>
                <a:spcBef>
                  <a:spcPts val="0"/>
                </a:spcBef>
                <a:spcAft>
                  <a:spcPts val="0"/>
                </a:spcAft>
                <a:buClr>
                  <a:srgbClr val="284181"/>
                </a:buClr>
                <a:buSzPts val="3200"/>
                <a:buFont typeface="Arial"/>
                <a:buNone/>
                <a:tabLst/>
                <a:defRPr/>
              </a:pPr>
              <a:r>
                <a:rPr lang="en-US" sz="3200" b="1" i="1" kern="0">
                  <a:solidFill>
                    <a:srgbClr val="284181"/>
                  </a:solidFill>
                  <a:latin typeface="Trebuchet MS"/>
                  <a:ea typeface="Trebuchet MS"/>
                  <a:cs typeface="Trebuchet MS"/>
                  <a:sym typeface="Trebuchet MS"/>
                </a:rPr>
                <a:t>37M</a:t>
              </a:r>
              <a:r>
                <a:rPr kumimoji="0" lang="en-US" sz="3200" b="1" i="1" u="none" strike="noStrike" kern="0" cap="none" spc="0" normalizeH="0" baseline="0" noProof="0">
                  <a:ln>
                    <a:noFill/>
                  </a:ln>
                  <a:solidFill>
                    <a:srgbClr val="284181"/>
                  </a:solidFill>
                  <a:effectLst/>
                  <a:uLnTx/>
                  <a:uFillTx/>
                  <a:latin typeface="Trebuchet MS"/>
                  <a:ea typeface="Trebuchet MS"/>
                  <a:cs typeface="Trebuchet MS"/>
                  <a:sym typeface="Trebuchet MS"/>
                </a:rPr>
                <a:t>+</a:t>
              </a:r>
              <a:endParaRPr kumimoji="0" sz="1400" b="0" i="1" u="none" strike="noStrike" kern="0" cap="none" spc="0" normalizeH="0" baseline="0" noProof="0">
                <a:ln>
                  <a:noFill/>
                </a:ln>
                <a:solidFill>
                  <a:srgbClr val="000000"/>
                </a:solidFill>
                <a:effectLst/>
                <a:uLnTx/>
                <a:uFillTx/>
                <a:latin typeface="Arial"/>
                <a:cs typeface="Arial"/>
                <a:sym typeface="Arial"/>
              </a:endParaRPr>
            </a:p>
            <a:p>
              <a:pPr>
                <a:defRPr/>
              </a:pPr>
              <a:r>
                <a:rPr lang="en-US" sz="1400" kern="0" dirty="0" err="1">
                  <a:solidFill>
                    <a:srgbClr val="595959"/>
                  </a:solidFill>
                  <a:latin typeface="Trebuchet MS"/>
                  <a:ea typeface="+mn-lt"/>
                  <a:cs typeface="+mn-lt"/>
                </a:rPr>
                <a:t>MedAxis</a:t>
              </a:r>
              <a:r>
                <a:rPr lang="en-US" sz="1400" kern="0" dirty="0">
                  <a:solidFill>
                    <a:srgbClr val="595959"/>
                  </a:solidFill>
                  <a:latin typeface="Trebuchet MS"/>
                  <a:ea typeface="+mn-lt"/>
                  <a:cs typeface="+mn-lt"/>
                </a:rPr>
                <a:t> will protect over 37 million Moroccan citizens by providing a fraud-proof health infrastructure that guarantees secure, equitable access to medicine for everyone, especially the most vulnerable.</a:t>
              </a:r>
              <a:endParaRPr lang="en-US" dirty="0">
                <a:latin typeface="Trebuchet MS"/>
              </a:endParaRPr>
            </a:p>
          </p:txBody>
        </p:sp>
        <p:sp>
          <p:nvSpPr>
            <p:cNvPr id="7" name="Google Shape;352;p7">
              <a:extLst>
                <a:ext uri="{FF2B5EF4-FFF2-40B4-BE49-F238E27FC236}">
                  <a16:creationId xmlns:a16="http://schemas.microsoft.com/office/drawing/2014/main" id="{DAC06859-A192-AF3B-8E4B-48B0F7383FF1}"/>
                </a:ext>
              </a:extLst>
            </p:cNvPr>
            <p:cNvSpPr/>
            <p:nvPr/>
          </p:nvSpPr>
          <p:spPr>
            <a:xfrm>
              <a:off x="647700" y="2404110"/>
              <a:ext cx="901700" cy="9017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Trebuchet MS"/>
                <a:buNone/>
                <a:tabLst/>
                <a:defRPr/>
              </a:pPr>
              <a:endParaRPr kumimoji="0" sz="1800" b="0" i="0" u="none" strike="noStrike" kern="0" cap="none" spc="0" normalizeH="0" baseline="0" noProof="0">
                <a:ln>
                  <a:noFill/>
                </a:ln>
                <a:solidFill>
                  <a:srgbClr val="FFFFFF"/>
                </a:solidFill>
                <a:effectLst/>
                <a:uLnTx/>
                <a:uFillTx/>
                <a:latin typeface="Trebuchet MS"/>
                <a:ea typeface="Trebuchet MS"/>
                <a:cs typeface="Trebuchet MS"/>
                <a:sym typeface="Trebuchet MS"/>
              </a:endParaRPr>
            </a:p>
          </p:txBody>
        </p:sp>
        <p:grpSp>
          <p:nvGrpSpPr>
            <p:cNvPr id="8" name="Google Shape;353;p7">
              <a:extLst>
                <a:ext uri="{FF2B5EF4-FFF2-40B4-BE49-F238E27FC236}">
                  <a16:creationId xmlns:a16="http://schemas.microsoft.com/office/drawing/2014/main" id="{76926BBB-55DE-4095-B75E-2E02AD8AC370}"/>
                </a:ext>
              </a:extLst>
            </p:cNvPr>
            <p:cNvGrpSpPr/>
            <p:nvPr/>
          </p:nvGrpSpPr>
          <p:grpSpPr>
            <a:xfrm>
              <a:off x="877887" y="2634297"/>
              <a:ext cx="441326" cy="441326"/>
              <a:chOff x="8740775" y="3649663"/>
              <a:chExt cx="285750" cy="285750"/>
            </a:xfrm>
          </p:grpSpPr>
          <p:sp>
            <p:nvSpPr>
              <p:cNvPr id="10" name="Google Shape;354;p7">
                <a:extLst>
                  <a:ext uri="{FF2B5EF4-FFF2-40B4-BE49-F238E27FC236}">
                    <a16:creationId xmlns:a16="http://schemas.microsoft.com/office/drawing/2014/main" id="{BD04432E-29A5-53E2-9BBF-67FA6700743D}"/>
                  </a:ext>
                </a:extLst>
              </p:cNvPr>
              <p:cNvSpPr/>
              <p:nvPr/>
            </p:nvSpPr>
            <p:spPr>
              <a:xfrm>
                <a:off x="8740775" y="3649663"/>
                <a:ext cx="200025" cy="257175"/>
              </a:xfrm>
              <a:custGeom>
                <a:avLst/>
                <a:gdLst/>
                <a:ahLst/>
                <a:cxnLst/>
                <a:rect l="l" t="t" r="r" b="b"/>
                <a:pathLst>
                  <a:path w="630" h="811" extrusionOk="0">
                    <a:moveTo>
                      <a:pt x="450" y="52"/>
                    </a:moveTo>
                    <a:lnTo>
                      <a:pt x="578" y="180"/>
                    </a:lnTo>
                    <a:lnTo>
                      <a:pt x="450" y="180"/>
                    </a:lnTo>
                    <a:lnTo>
                      <a:pt x="450" y="52"/>
                    </a:lnTo>
                    <a:close/>
                    <a:moveTo>
                      <a:pt x="600" y="356"/>
                    </a:moveTo>
                    <a:lnTo>
                      <a:pt x="630" y="356"/>
                    </a:lnTo>
                    <a:lnTo>
                      <a:pt x="630" y="195"/>
                    </a:lnTo>
                    <a:lnTo>
                      <a:pt x="630" y="193"/>
                    </a:lnTo>
                    <a:lnTo>
                      <a:pt x="629" y="190"/>
                    </a:lnTo>
                    <a:lnTo>
                      <a:pt x="628" y="187"/>
                    </a:lnTo>
                    <a:lnTo>
                      <a:pt x="626" y="185"/>
                    </a:lnTo>
                    <a:lnTo>
                      <a:pt x="446" y="4"/>
                    </a:lnTo>
                    <a:lnTo>
                      <a:pt x="444" y="3"/>
                    </a:lnTo>
                    <a:lnTo>
                      <a:pt x="440" y="2"/>
                    </a:lnTo>
                    <a:lnTo>
                      <a:pt x="438" y="1"/>
                    </a:lnTo>
                    <a:lnTo>
                      <a:pt x="435" y="0"/>
                    </a:lnTo>
                    <a:lnTo>
                      <a:pt x="15" y="0"/>
                    </a:lnTo>
                    <a:lnTo>
                      <a:pt x="11" y="1"/>
                    </a:lnTo>
                    <a:lnTo>
                      <a:pt x="8" y="1"/>
                    </a:lnTo>
                    <a:lnTo>
                      <a:pt x="6" y="3"/>
                    </a:lnTo>
                    <a:lnTo>
                      <a:pt x="4" y="5"/>
                    </a:lnTo>
                    <a:lnTo>
                      <a:pt x="2" y="7"/>
                    </a:lnTo>
                    <a:lnTo>
                      <a:pt x="1" y="9"/>
                    </a:lnTo>
                    <a:lnTo>
                      <a:pt x="0" y="12"/>
                    </a:lnTo>
                    <a:lnTo>
                      <a:pt x="0" y="15"/>
                    </a:lnTo>
                    <a:lnTo>
                      <a:pt x="0" y="796"/>
                    </a:lnTo>
                    <a:lnTo>
                      <a:pt x="0" y="799"/>
                    </a:lnTo>
                    <a:lnTo>
                      <a:pt x="1" y="802"/>
                    </a:lnTo>
                    <a:lnTo>
                      <a:pt x="2" y="804"/>
                    </a:lnTo>
                    <a:lnTo>
                      <a:pt x="4" y="807"/>
                    </a:lnTo>
                    <a:lnTo>
                      <a:pt x="6" y="809"/>
                    </a:lnTo>
                    <a:lnTo>
                      <a:pt x="8" y="810"/>
                    </a:lnTo>
                    <a:lnTo>
                      <a:pt x="11" y="811"/>
                    </a:lnTo>
                    <a:lnTo>
                      <a:pt x="15" y="811"/>
                    </a:lnTo>
                    <a:lnTo>
                      <a:pt x="393" y="811"/>
                    </a:lnTo>
                    <a:lnTo>
                      <a:pt x="393" y="781"/>
                    </a:lnTo>
                    <a:lnTo>
                      <a:pt x="30" y="781"/>
                    </a:lnTo>
                    <a:lnTo>
                      <a:pt x="30" y="30"/>
                    </a:lnTo>
                    <a:lnTo>
                      <a:pt x="420" y="30"/>
                    </a:lnTo>
                    <a:lnTo>
                      <a:pt x="420" y="195"/>
                    </a:lnTo>
                    <a:lnTo>
                      <a:pt x="420" y="199"/>
                    </a:lnTo>
                    <a:lnTo>
                      <a:pt x="421" y="201"/>
                    </a:lnTo>
                    <a:lnTo>
                      <a:pt x="422" y="204"/>
                    </a:lnTo>
                    <a:lnTo>
                      <a:pt x="424" y="206"/>
                    </a:lnTo>
                    <a:lnTo>
                      <a:pt x="427" y="207"/>
                    </a:lnTo>
                    <a:lnTo>
                      <a:pt x="429" y="209"/>
                    </a:lnTo>
                    <a:lnTo>
                      <a:pt x="432" y="209"/>
                    </a:lnTo>
                    <a:lnTo>
                      <a:pt x="435" y="210"/>
                    </a:lnTo>
                    <a:lnTo>
                      <a:pt x="600" y="210"/>
                    </a:lnTo>
                    <a:lnTo>
                      <a:pt x="600" y="356"/>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595959"/>
                  </a:buClr>
                  <a:buSzPts val="1800"/>
                  <a:buFont typeface="Trebuchet MS"/>
                  <a:buNone/>
                  <a:tabLst/>
                  <a:defRPr/>
                </a:pPr>
                <a:endParaRPr kumimoji="0" sz="1800" b="0" i="0" u="none" strike="noStrike" kern="0" cap="none" spc="0" normalizeH="0" baseline="0" noProof="0">
                  <a:ln>
                    <a:noFill/>
                  </a:ln>
                  <a:solidFill>
                    <a:srgbClr val="595959"/>
                  </a:solidFill>
                  <a:effectLst/>
                  <a:uLnTx/>
                  <a:uFillTx/>
                  <a:latin typeface="Trebuchet MS"/>
                  <a:ea typeface="Trebuchet MS"/>
                  <a:cs typeface="Trebuchet MS"/>
                  <a:sym typeface="Trebuchet MS"/>
                </a:endParaRPr>
              </a:p>
            </p:txBody>
          </p:sp>
          <p:sp>
            <p:nvSpPr>
              <p:cNvPr id="11" name="Google Shape;355;p7">
                <a:extLst>
                  <a:ext uri="{FF2B5EF4-FFF2-40B4-BE49-F238E27FC236}">
                    <a16:creationId xmlns:a16="http://schemas.microsoft.com/office/drawing/2014/main" id="{57A60770-49D3-9C93-9096-6D5E04EE1203}"/>
                  </a:ext>
                </a:extLst>
              </p:cNvPr>
              <p:cNvSpPr/>
              <p:nvPr/>
            </p:nvSpPr>
            <p:spPr>
              <a:xfrm>
                <a:off x="8883650" y="3792538"/>
                <a:ext cx="142875" cy="142875"/>
              </a:xfrm>
              <a:custGeom>
                <a:avLst/>
                <a:gdLst/>
                <a:ahLst/>
                <a:cxnLst/>
                <a:rect l="l" t="t" r="r" b="b"/>
                <a:pathLst>
                  <a:path w="448" h="451" extrusionOk="0">
                    <a:moveTo>
                      <a:pt x="370" y="361"/>
                    </a:moveTo>
                    <a:lnTo>
                      <a:pt x="342" y="345"/>
                    </a:lnTo>
                    <a:lnTo>
                      <a:pt x="337" y="343"/>
                    </a:lnTo>
                    <a:lnTo>
                      <a:pt x="333" y="343"/>
                    </a:lnTo>
                    <a:lnTo>
                      <a:pt x="329" y="344"/>
                    </a:lnTo>
                    <a:lnTo>
                      <a:pt x="324" y="346"/>
                    </a:lnTo>
                    <a:lnTo>
                      <a:pt x="314" y="354"/>
                    </a:lnTo>
                    <a:lnTo>
                      <a:pt x="302" y="362"/>
                    </a:lnTo>
                    <a:lnTo>
                      <a:pt x="289" y="369"/>
                    </a:lnTo>
                    <a:lnTo>
                      <a:pt x="275" y="375"/>
                    </a:lnTo>
                    <a:lnTo>
                      <a:pt x="272" y="377"/>
                    </a:lnTo>
                    <a:lnTo>
                      <a:pt x="269" y="380"/>
                    </a:lnTo>
                    <a:lnTo>
                      <a:pt x="267" y="384"/>
                    </a:lnTo>
                    <a:lnTo>
                      <a:pt x="266" y="390"/>
                    </a:lnTo>
                    <a:lnTo>
                      <a:pt x="266" y="421"/>
                    </a:lnTo>
                    <a:lnTo>
                      <a:pt x="182" y="421"/>
                    </a:lnTo>
                    <a:lnTo>
                      <a:pt x="182" y="390"/>
                    </a:lnTo>
                    <a:lnTo>
                      <a:pt x="182" y="384"/>
                    </a:lnTo>
                    <a:lnTo>
                      <a:pt x="180" y="380"/>
                    </a:lnTo>
                    <a:lnTo>
                      <a:pt x="177" y="377"/>
                    </a:lnTo>
                    <a:lnTo>
                      <a:pt x="173" y="375"/>
                    </a:lnTo>
                    <a:lnTo>
                      <a:pt x="159" y="369"/>
                    </a:lnTo>
                    <a:lnTo>
                      <a:pt x="146" y="362"/>
                    </a:lnTo>
                    <a:lnTo>
                      <a:pt x="134" y="354"/>
                    </a:lnTo>
                    <a:lnTo>
                      <a:pt x="123" y="346"/>
                    </a:lnTo>
                    <a:lnTo>
                      <a:pt x="119" y="344"/>
                    </a:lnTo>
                    <a:lnTo>
                      <a:pt x="115" y="343"/>
                    </a:lnTo>
                    <a:lnTo>
                      <a:pt x="110" y="343"/>
                    </a:lnTo>
                    <a:lnTo>
                      <a:pt x="106" y="345"/>
                    </a:lnTo>
                    <a:lnTo>
                      <a:pt x="77" y="361"/>
                    </a:lnTo>
                    <a:lnTo>
                      <a:pt x="36" y="289"/>
                    </a:lnTo>
                    <a:lnTo>
                      <a:pt x="63" y="272"/>
                    </a:lnTo>
                    <a:lnTo>
                      <a:pt x="68" y="270"/>
                    </a:lnTo>
                    <a:lnTo>
                      <a:pt x="70" y="266"/>
                    </a:lnTo>
                    <a:lnTo>
                      <a:pt x="71" y="261"/>
                    </a:lnTo>
                    <a:lnTo>
                      <a:pt x="71" y="257"/>
                    </a:lnTo>
                    <a:lnTo>
                      <a:pt x="69" y="242"/>
                    </a:lnTo>
                    <a:lnTo>
                      <a:pt x="69" y="229"/>
                    </a:lnTo>
                    <a:lnTo>
                      <a:pt x="69" y="214"/>
                    </a:lnTo>
                    <a:lnTo>
                      <a:pt x="71" y="200"/>
                    </a:lnTo>
                    <a:lnTo>
                      <a:pt x="71" y="196"/>
                    </a:lnTo>
                    <a:lnTo>
                      <a:pt x="70" y="191"/>
                    </a:lnTo>
                    <a:lnTo>
                      <a:pt x="68" y="186"/>
                    </a:lnTo>
                    <a:lnTo>
                      <a:pt x="63" y="183"/>
                    </a:lnTo>
                    <a:lnTo>
                      <a:pt x="36" y="167"/>
                    </a:lnTo>
                    <a:lnTo>
                      <a:pt x="77" y="95"/>
                    </a:lnTo>
                    <a:lnTo>
                      <a:pt x="106" y="111"/>
                    </a:lnTo>
                    <a:lnTo>
                      <a:pt x="110" y="114"/>
                    </a:lnTo>
                    <a:lnTo>
                      <a:pt x="115" y="114"/>
                    </a:lnTo>
                    <a:lnTo>
                      <a:pt x="119" y="113"/>
                    </a:lnTo>
                    <a:lnTo>
                      <a:pt x="123" y="110"/>
                    </a:lnTo>
                    <a:lnTo>
                      <a:pt x="134" y="102"/>
                    </a:lnTo>
                    <a:lnTo>
                      <a:pt x="146" y="94"/>
                    </a:lnTo>
                    <a:lnTo>
                      <a:pt x="159" y="88"/>
                    </a:lnTo>
                    <a:lnTo>
                      <a:pt x="173" y="81"/>
                    </a:lnTo>
                    <a:lnTo>
                      <a:pt x="177" y="79"/>
                    </a:lnTo>
                    <a:lnTo>
                      <a:pt x="180" y="76"/>
                    </a:lnTo>
                    <a:lnTo>
                      <a:pt x="182" y="73"/>
                    </a:lnTo>
                    <a:lnTo>
                      <a:pt x="182" y="68"/>
                    </a:lnTo>
                    <a:lnTo>
                      <a:pt x="182" y="30"/>
                    </a:lnTo>
                    <a:lnTo>
                      <a:pt x="266" y="30"/>
                    </a:lnTo>
                    <a:lnTo>
                      <a:pt x="266" y="68"/>
                    </a:lnTo>
                    <a:lnTo>
                      <a:pt x="267" y="73"/>
                    </a:lnTo>
                    <a:lnTo>
                      <a:pt x="269" y="76"/>
                    </a:lnTo>
                    <a:lnTo>
                      <a:pt x="272" y="79"/>
                    </a:lnTo>
                    <a:lnTo>
                      <a:pt x="275" y="81"/>
                    </a:lnTo>
                    <a:lnTo>
                      <a:pt x="289" y="88"/>
                    </a:lnTo>
                    <a:lnTo>
                      <a:pt x="302" y="94"/>
                    </a:lnTo>
                    <a:lnTo>
                      <a:pt x="314" y="102"/>
                    </a:lnTo>
                    <a:lnTo>
                      <a:pt x="324" y="110"/>
                    </a:lnTo>
                    <a:lnTo>
                      <a:pt x="329" y="113"/>
                    </a:lnTo>
                    <a:lnTo>
                      <a:pt x="333" y="114"/>
                    </a:lnTo>
                    <a:lnTo>
                      <a:pt x="337" y="114"/>
                    </a:lnTo>
                    <a:lnTo>
                      <a:pt x="342" y="111"/>
                    </a:lnTo>
                    <a:lnTo>
                      <a:pt x="370" y="95"/>
                    </a:lnTo>
                    <a:lnTo>
                      <a:pt x="412" y="167"/>
                    </a:lnTo>
                    <a:lnTo>
                      <a:pt x="383" y="183"/>
                    </a:lnTo>
                    <a:lnTo>
                      <a:pt x="380" y="186"/>
                    </a:lnTo>
                    <a:lnTo>
                      <a:pt x="378" y="191"/>
                    </a:lnTo>
                    <a:lnTo>
                      <a:pt x="376" y="196"/>
                    </a:lnTo>
                    <a:lnTo>
                      <a:pt x="376" y="200"/>
                    </a:lnTo>
                    <a:lnTo>
                      <a:pt x="378" y="214"/>
                    </a:lnTo>
                    <a:lnTo>
                      <a:pt x="379" y="229"/>
                    </a:lnTo>
                    <a:lnTo>
                      <a:pt x="378" y="242"/>
                    </a:lnTo>
                    <a:lnTo>
                      <a:pt x="376" y="257"/>
                    </a:lnTo>
                    <a:lnTo>
                      <a:pt x="376" y="261"/>
                    </a:lnTo>
                    <a:lnTo>
                      <a:pt x="378" y="266"/>
                    </a:lnTo>
                    <a:lnTo>
                      <a:pt x="380" y="270"/>
                    </a:lnTo>
                    <a:lnTo>
                      <a:pt x="383" y="272"/>
                    </a:lnTo>
                    <a:lnTo>
                      <a:pt x="412" y="289"/>
                    </a:lnTo>
                    <a:lnTo>
                      <a:pt x="370" y="361"/>
                    </a:lnTo>
                    <a:close/>
                    <a:moveTo>
                      <a:pt x="440" y="271"/>
                    </a:moveTo>
                    <a:lnTo>
                      <a:pt x="408" y="252"/>
                    </a:lnTo>
                    <a:lnTo>
                      <a:pt x="409" y="240"/>
                    </a:lnTo>
                    <a:lnTo>
                      <a:pt x="409" y="229"/>
                    </a:lnTo>
                    <a:lnTo>
                      <a:pt x="409" y="217"/>
                    </a:lnTo>
                    <a:lnTo>
                      <a:pt x="408" y="205"/>
                    </a:lnTo>
                    <a:lnTo>
                      <a:pt x="440" y="186"/>
                    </a:lnTo>
                    <a:lnTo>
                      <a:pt x="442" y="185"/>
                    </a:lnTo>
                    <a:lnTo>
                      <a:pt x="444" y="182"/>
                    </a:lnTo>
                    <a:lnTo>
                      <a:pt x="446" y="180"/>
                    </a:lnTo>
                    <a:lnTo>
                      <a:pt x="446" y="178"/>
                    </a:lnTo>
                    <a:lnTo>
                      <a:pt x="448" y="175"/>
                    </a:lnTo>
                    <a:lnTo>
                      <a:pt x="448" y="171"/>
                    </a:lnTo>
                    <a:lnTo>
                      <a:pt x="446" y="168"/>
                    </a:lnTo>
                    <a:lnTo>
                      <a:pt x="445" y="166"/>
                    </a:lnTo>
                    <a:lnTo>
                      <a:pt x="389" y="68"/>
                    </a:lnTo>
                    <a:lnTo>
                      <a:pt x="387" y="65"/>
                    </a:lnTo>
                    <a:lnTo>
                      <a:pt x="384" y="63"/>
                    </a:lnTo>
                    <a:lnTo>
                      <a:pt x="382" y="61"/>
                    </a:lnTo>
                    <a:lnTo>
                      <a:pt x="379" y="60"/>
                    </a:lnTo>
                    <a:lnTo>
                      <a:pt x="377" y="60"/>
                    </a:lnTo>
                    <a:lnTo>
                      <a:pt x="374" y="60"/>
                    </a:lnTo>
                    <a:lnTo>
                      <a:pt x="370" y="61"/>
                    </a:lnTo>
                    <a:lnTo>
                      <a:pt x="368" y="62"/>
                    </a:lnTo>
                    <a:lnTo>
                      <a:pt x="336" y="80"/>
                    </a:lnTo>
                    <a:lnTo>
                      <a:pt x="327" y="74"/>
                    </a:lnTo>
                    <a:lnTo>
                      <a:pt x="317" y="68"/>
                    </a:lnTo>
                    <a:lnTo>
                      <a:pt x="306" y="62"/>
                    </a:lnTo>
                    <a:lnTo>
                      <a:pt x="296" y="58"/>
                    </a:lnTo>
                    <a:lnTo>
                      <a:pt x="296" y="15"/>
                    </a:lnTo>
                    <a:lnTo>
                      <a:pt x="296" y="13"/>
                    </a:lnTo>
                    <a:lnTo>
                      <a:pt x="295" y="10"/>
                    </a:lnTo>
                    <a:lnTo>
                      <a:pt x="293" y="8"/>
                    </a:lnTo>
                    <a:lnTo>
                      <a:pt x="291" y="5"/>
                    </a:lnTo>
                    <a:lnTo>
                      <a:pt x="289" y="3"/>
                    </a:lnTo>
                    <a:lnTo>
                      <a:pt x="287" y="1"/>
                    </a:lnTo>
                    <a:lnTo>
                      <a:pt x="284" y="1"/>
                    </a:lnTo>
                    <a:lnTo>
                      <a:pt x="281" y="0"/>
                    </a:lnTo>
                    <a:lnTo>
                      <a:pt x="167" y="0"/>
                    </a:lnTo>
                    <a:lnTo>
                      <a:pt x="164" y="1"/>
                    </a:lnTo>
                    <a:lnTo>
                      <a:pt x="162" y="1"/>
                    </a:lnTo>
                    <a:lnTo>
                      <a:pt x="159" y="3"/>
                    </a:lnTo>
                    <a:lnTo>
                      <a:pt x="156" y="5"/>
                    </a:lnTo>
                    <a:lnTo>
                      <a:pt x="155" y="8"/>
                    </a:lnTo>
                    <a:lnTo>
                      <a:pt x="153" y="10"/>
                    </a:lnTo>
                    <a:lnTo>
                      <a:pt x="152" y="13"/>
                    </a:lnTo>
                    <a:lnTo>
                      <a:pt x="152" y="15"/>
                    </a:lnTo>
                    <a:lnTo>
                      <a:pt x="152" y="58"/>
                    </a:lnTo>
                    <a:lnTo>
                      <a:pt x="143" y="61"/>
                    </a:lnTo>
                    <a:lnTo>
                      <a:pt x="133" y="66"/>
                    </a:lnTo>
                    <a:lnTo>
                      <a:pt x="122" y="73"/>
                    </a:lnTo>
                    <a:lnTo>
                      <a:pt x="112" y="80"/>
                    </a:lnTo>
                    <a:lnTo>
                      <a:pt x="79" y="62"/>
                    </a:lnTo>
                    <a:lnTo>
                      <a:pt x="76" y="61"/>
                    </a:lnTo>
                    <a:lnTo>
                      <a:pt x="74" y="60"/>
                    </a:lnTo>
                    <a:lnTo>
                      <a:pt x="71" y="60"/>
                    </a:lnTo>
                    <a:lnTo>
                      <a:pt x="68" y="60"/>
                    </a:lnTo>
                    <a:lnTo>
                      <a:pt x="66" y="61"/>
                    </a:lnTo>
                    <a:lnTo>
                      <a:pt x="62" y="63"/>
                    </a:lnTo>
                    <a:lnTo>
                      <a:pt x="60" y="65"/>
                    </a:lnTo>
                    <a:lnTo>
                      <a:pt x="59" y="68"/>
                    </a:lnTo>
                    <a:lnTo>
                      <a:pt x="2" y="166"/>
                    </a:lnTo>
                    <a:lnTo>
                      <a:pt x="0" y="168"/>
                    </a:lnTo>
                    <a:lnTo>
                      <a:pt x="0" y="171"/>
                    </a:lnTo>
                    <a:lnTo>
                      <a:pt x="0" y="175"/>
                    </a:lnTo>
                    <a:lnTo>
                      <a:pt x="0" y="178"/>
                    </a:lnTo>
                    <a:lnTo>
                      <a:pt x="1" y="180"/>
                    </a:lnTo>
                    <a:lnTo>
                      <a:pt x="2" y="182"/>
                    </a:lnTo>
                    <a:lnTo>
                      <a:pt x="5" y="185"/>
                    </a:lnTo>
                    <a:lnTo>
                      <a:pt x="8" y="186"/>
                    </a:lnTo>
                    <a:lnTo>
                      <a:pt x="40" y="205"/>
                    </a:lnTo>
                    <a:lnTo>
                      <a:pt x="39" y="217"/>
                    </a:lnTo>
                    <a:lnTo>
                      <a:pt x="38" y="229"/>
                    </a:lnTo>
                    <a:lnTo>
                      <a:pt x="39" y="240"/>
                    </a:lnTo>
                    <a:lnTo>
                      <a:pt x="40" y="252"/>
                    </a:lnTo>
                    <a:lnTo>
                      <a:pt x="8" y="271"/>
                    </a:lnTo>
                    <a:lnTo>
                      <a:pt x="5" y="272"/>
                    </a:lnTo>
                    <a:lnTo>
                      <a:pt x="2" y="274"/>
                    </a:lnTo>
                    <a:lnTo>
                      <a:pt x="1" y="276"/>
                    </a:lnTo>
                    <a:lnTo>
                      <a:pt x="0" y="278"/>
                    </a:lnTo>
                    <a:lnTo>
                      <a:pt x="0" y="282"/>
                    </a:lnTo>
                    <a:lnTo>
                      <a:pt x="0" y="285"/>
                    </a:lnTo>
                    <a:lnTo>
                      <a:pt x="0" y="287"/>
                    </a:lnTo>
                    <a:lnTo>
                      <a:pt x="1" y="290"/>
                    </a:lnTo>
                    <a:lnTo>
                      <a:pt x="59" y="390"/>
                    </a:lnTo>
                    <a:lnTo>
                      <a:pt x="60" y="392"/>
                    </a:lnTo>
                    <a:lnTo>
                      <a:pt x="62" y="394"/>
                    </a:lnTo>
                    <a:lnTo>
                      <a:pt x="66" y="395"/>
                    </a:lnTo>
                    <a:lnTo>
                      <a:pt x="68" y="396"/>
                    </a:lnTo>
                    <a:lnTo>
                      <a:pt x="71" y="396"/>
                    </a:lnTo>
                    <a:lnTo>
                      <a:pt x="73" y="396"/>
                    </a:lnTo>
                    <a:lnTo>
                      <a:pt x="76" y="395"/>
                    </a:lnTo>
                    <a:lnTo>
                      <a:pt x="79" y="394"/>
                    </a:lnTo>
                    <a:lnTo>
                      <a:pt x="112" y="376"/>
                    </a:lnTo>
                    <a:lnTo>
                      <a:pt x="122" y="383"/>
                    </a:lnTo>
                    <a:lnTo>
                      <a:pt x="133" y="390"/>
                    </a:lnTo>
                    <a:lnTo>
                      <a:pt x="143" y="394"/>
                    </a:lnTo>
                    <a:lnTo>
                      <a:pt x="152" y="398"/>
                    </a:lnTo>
                    <a:lnTo>
                      <a:pt x="152" y="436"/>
                    </a:lnTo>
                    <a:lnTo>
                      <a:pt x="152" y="439"/>
                    </a:lnTo>
                    <a:lnTo>
                      <a:pt x="153" y="442"/>
                    </a:lnTo>
                    <a:lnTo>
                      <a:pt x="155" y="444"/>
                    </a:lnTo>
                    <a:lnTo>
                      <a:pt x="156" y="446"/>
                    </a:lnTo>
                    <a:lnTo>
                      <a:pt x="159" y="449"/>
                    </a:lnTo>
                    <a:lnTo>
                      <a:pt x="162" y="450"/>
                    </a:lnTo>
                    <a:lnTo>
                      <a:pt x="164" y="451"/>
                    </a:lnTo>
                    <a:lnTo>
                      <a:pt x="167" y="451"/>
                    </a:lnTo>
                    <a:lnTo>
                      <a:pt x="281" y="451"/>
                    </a:lnTo>
                    <a:lnTo>
                      <a:pt x="284" y="451"/>
                    </a:lnTo>
                    <a:lnTo>
                      <a:pt x="287" y="450"/>
                    </a:lnTo>
                    <a:lnTo>
                      <a:pt x="289" y="449"/>
                    </a:lnTo>
                    <a:lnTo>
                      <a:pt x="291" y="446"/>
                    </a:lnTo>
                    <a:lnTo>
                      <a:pt x="293" y="444"/>
                    </a:lnTo>
                    <a:lnTo>
                      <a:pt x="295" y="442"/>
                    </a:lnTo>
                    <a:lnTo>
                      <a:pt x="296" y="439"/>
                    </a:lnTo>
                    <a:lnTo>
                      <a:pt x="296" y="436"/>
                    </a:lnTo>
                    <a:lnTo>
                      <a:pt x="296" y="398"/>
                    </a:lnTo>
                    <a:lnTo>
                      <a:pt x="306" y="394"/>
                    </a:lnTo>
                    <a:lnTo>
                      <a:pt x="317" y="389"/>
                    </a:lnTo>
                    <a:lnTo>
                      <a:pt x="327" y="382"/>
                    </a:lnTo>
                    <a:lnTo>
                      <a:pt x="336" y="376"/>
                    </a:lnTo>
                    <a:lnTo>
                      <a:pt x="368" y="394"/>
                    </a:lnTo>
                    <a:lnTo>
                      <a:pt x="370" y="396"/>
                    </a:lnTo>
                    <a:lnTo>
                      <a:pt x="374" y="396"/>
                    </a:lnTo>
                    <a:lnTo>
                      <a:pt x="377" y="396"/>
                    </a:lnTo>
                    <a:lnTo>
                      <a:pt x="380" y="395"/>
                    </a:lnTo>
                    <a:lnTo>
                      <a:pt x="382" y="395"/>
                    </a:lnTo>
                    <a:lnTo>
                      <a:pt x="384" y="394"/>
                    </a:lnTo>
                    <a:lnTo>
                      <a:pt x="387" y="392"/>
                    </a:lnTo>
                    <a:lnTo>
                      <a:pt x="389" y="390"/>
                    </a:lnTo>
                    <a:lnTo>
                      <a:pt x="445" y="290"/>
                    </a:lnTo>
                    <a:lnTo>
                      <a:pt x="446" y="287"/>
                    </a:lnTo>
                    <a:lnTo>
                      <a:pt x="448" y="285"/>
                    </a:lnTo>
                    <a:lnTo>
                      <a:pt x="448" y="282"/>
                    </a:lnTo>
                    <a:lnTo>
                      <a:pt x="448" y="278"/>
                    </a:lnTo>
                    <a:lnTo>
                      <a:pt x="446" y="276"/>
                    </a:lnTo>
                    <a:lnTo>
                      <a:pt x="444" y="274"/>
                    </a:lnTo>
                    <a:lnTo>
                      <a:pt x="442" y="272"/>
                    </a:lnTo>
                    <a:lnTo>
                      <a:pt x="440" y="271"/>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595959"/>
                  </a:buClr>
                  <a:buSzPts val="1800"/>
                  <a:buFont typeface="Trebuchet MS"/>
                  <a:buNone/>
                  <a:tabLst/>
                  <a:defRPr/>
                </a:pPr>
                <a:endParaRPr kumimoji="0" sz="1800" b="0" i="0" u="none" strike="noStrike" kern="0" cap="none" spc="0" normalizeH="0" baseline="0" noProof="0">
                  <a:ln>
                    <a:noFill/>
                  </a:ln>
                  <a:solidFill>
                    <a:srgbClr val="595959"/>
                  </a:solidFill>
                  <a:effectLst/>
                  <a:uLnTx/>
                  <a:uFillTx/>
                  <a:latin typeface="Trebuchet MS"/>
                  <a:ea typeface="Trebuchet MS"/>
                  <a:cs typeface="Trebuchet MS"/>
                  <a:sym typeface="Trebuchet MS"/>
                </a:endParaRPr>
              </a:p>
            </p:txBody>
          </p:sp>
          <p:sp>
            <p:nvSpPr>
              <p:cNvPr id="12" name="Google Shape;356;p7">
                <a:extLst>
                  <a:ext uri="{FF2B5EF4-FFF2-40B4-BE49-F238E27FC236}">
                    <a16:creationId xmlns:a16="http://schemas.microsoft.com/office/drawing/2014/main" id="{1D0A4629-54EF-B961-34BD-2644BB9B9A6C}"/>
                  </a:ext>
                </a:extLst>
              </p:cNvPr>
              <p:cNvSpPr/>
              <p:nvPr/>
            </p:nvSpPr>
            <p:spPr>
              <a:xfrm>
                <a:off x="8926513" y="3836988"/>
                <a:ext cx="57150" cy="57150"/>
              </a:xfrm>
              <a:custGeom>
                <a:avLst/>
                <a:gdLst/>
                <a:ahLst/>
                <a:cxnLst/>
                <a:rect l="l" t="t" r="r" b="b"/>
                <a:pathLst>
                  <a:path w="180" h="181" extrusionOk="0">
                    <a:moveTo>
                      <a:pt x="90" y="151"/>
                    </a:moveTo>
                    <a:lnTo>
                      <a:pt x="83" y="150"/>
                    </a:lnTo>
                    <a:lnTo>
                      <a:pt x="77" y="150"/>
                    </a:lnTo>
                    <a:lnTo>
                      <a:pt x="72" y="148"/>
                    </a:lnTo>
                    <a:lnTo>
                      <a:pt x="66" y="146"/>
                    </a:lnTo>
                    <a:lnTo>
                      <a:pt x="61" y="144"/>
                    </a:lnTo>
                    <a:lnTo>
                      <a:pt x="56" y="140"/>
                    </a:lnTo>
                    <a:lnTo>
                      <a:pt x="51" y="137"/>
                    </a:lnTo>
                    <a:lnTo>
                      <a:pt x="47" y="133"/>
                    </a:lnTo>
                    <a:lnTo>
                      <a:pt x="43" y="129"/>
                    </a:lnTo>
                    <a:lnTo>
                      <a:pt x="40" y="124"/>
                    </a:lnTo>
                    <a:lnTo>
                      <a:pt x="36" y="119"/>
                    </a:lnTo>
                    <a:lnTo>
                      <a:pt x="34" y="114"/>
                    </a:lnTo>
                    <a:lnTo>
                      <a:pt x="32" y="108"/>
                    </a:lnTo>
                    <a:lnTo>
                      <a:pt x="31" y="103"/>
                    </a:lnTo>
                    <a:lnTo>
                      <a:pt x="30" y="97"/>
                    </a:lnTo>
                    <a:lnTo>
                      <a:pt x="30" y="91"/>
                    </a:lnTo>
                    <a:lnTo>
                      <a:pt x="30" y="85"/>
                    </a:lnTo>
                    <a:lnTo>
                      <a:pt x="31" y="78"/>
                    </a:lnTo>
                    <a:lnTo>
                      <a:pt x="32" y="73"/>
                    </a:lnTo>
                    <a:lnTo>
                      <a:pt x="34" y="68"/>
                    </a:lnTo>
                    <a:lnTo>
                      <a:pt x="36" y="62"/>
                    </a:lnTo>
                    <a:lnTo>
                      <a:pt x="40" y="57"/>
                    </a:lnTo>
                    <a:lnTo>
                      <a:pt x="43" y="53"/>
                    </a:lnTo>
                    <a:lnTo>
                      <a:pt x="47" y="48"/>
                    </a:lnTo>
                    <a:lnTo>
                      <a:pt x="51" y="44"/>
                    </a:lnTo>
                    <a:lnTo>
                      <a:pt x="56" y="41"/>
                    </a:lnTo>
                    <a:lnTo>
                      <a:pt x="61" y="38"/>
                    </a:lnTo>
                    <a:lnTo>
                      <a:pt x="66" y="36"/>
                    </a:lnTo>
                    <a:lnTo>
                      <a:pt x="72" y="33"/>
                    </a:lnTo>
                    <a:lnTo>
                      <a:pt x="77" y="32"/>
                    </a:lnTo>
                    <a:lnTo>
                      <a:pt x="83" y="31"/>
                    </a:lnTo>
                    <a:lnTo>
                      <a:pt x="90" y="30"/>
                    </a:lnTo>
                    <a:lnTo>
                      <a:pt x="95" y="31"/>
                    </a:lnTo>
                    <a:lnTo>
                      <a:pt x="102" y="32"/>
                    </a:lnTo>
                    <a:lnTo>
                      <a:pt x="107" y="33"/>
                    </a:lnTo>
                    <a:lnTo>
                      <a:pt x="113" y="36"/>
                    </a:lnTo>
                    <a:lnTo>
                      <a:pt x="118" y="38"/>
                    </a:lnTo>
                    <a:lnTo>
                      <a:pt x="123" y="41"/>
                    </a:lnTo>
                    <a:lnTo>
                      <a:pt x="127" y="44"/>
                    </a:lnTo>
                    <a:lnTo>
                      <a:pt x="132" y="48"/>
                    </a:lnTo>
                    <a:lnTo>
                      <a:pt x="136" y="53"/>
                    </a:lnTo>
                    <a:lnTo>
                      <a:pt x="139" y="57"/>
                    </a:lnTo>
                    <a:lnTo>
                      <a:pt x="142" y="62"/>
                    </a:lnTo>
                    <a:lnTo>
                      <a:pt x="144" y="68"/>
                    </a:lnTo>
                    <a:lnTo>
                      <a:pt x="147" y="73"/>
                    </a:lnTo>
                    <a:lnTo>
                      <a:pt x="149" y="78"/>
                    </a:lnTo>
                    <a:lnTo>
                      <a:pt x="150" y="85"/>
                    </a:lnTo>
                    <a:lnTo>
                      <a:pt x="150" y="91"/>
                    </a:lnTo>
                    <a:lnTo>
                      <a:pt x="150" y="97"/>
                    </a:lnTo>
                    <a:lnTo>
                      <a:pt x="149" y="103"/>
                    </a:lnTo>
                    <a:lnTo>
                      <a:pt x="147" y="108"/>
                    </a:lnTo>
                    <a:lnTo>
                      <a:pt x="144" y="114"/>
                    </a:lnTo>
                    <a:lnTo>
                      <a:pt x="142" y="119"/>
                    </a:lnTo>
                    <a:lnTo>
                      <a:pt x="139" y="124"/>
                    </a:lnTo>
                    <a:lnTo>
                      <a:pt x="136" y="129"/>
                    </a:lnTo>
                    <a:lnTo>
                      <a:pt x="132" y="133"/>
                    </a:lnTo>
                    <a:lnTo>
                      <a:pt x="127" y="137"/>
                    </a:lnTo>
                    <a:lnTo>
                      <a:pt x="123" y="140"/>
                    </a:lnTo>
                    <a:lnTo>
                      <a:pt x="118" y="144"/>
                    </a:lnTo>
                    <a:lnTo>
                      <a:pt x="113" y="146"/>
                    </a:lnTo>
                    <a:lnTo>
                      <a:pt x="107" y="148"/>
                    </a:lnTo>
                    <a:lnTo>
                      <a:pt x="102" y="150"/>
                    </a:lnTo>
                    <a:lnTo>
                      <a:pt x="95" y="150"/>
                    </a:lnTo>
                    <a:lnTo>
                      <a:pt x="90" y="151"/>
                    </a:lnTo>
                    <a:close/>
                    <a:moveTo>
                      <a:pt x="90" y="0"/>
                    </a:moveTo>
                    <a:lnTo>
                      <a:pt x="80" y="1"/>
                    </a:lnTo>
                    <a:lnTo>
                      <a:pt x="72" y="2"/>
                    </a:lnTo>
                    <a:lnTo>
                      <a:pt x="63" y="4"/>
                    </a:lnTo>
                    <a:lnTo>
                      <a:pt x="55" y="8"/>
                    </a:lnTo>
                    <a:lnTo>
                      <a:pt x="47" y="12"/>
                    </a:lnTo>
                    <a:lnTo>
                      <a:pt x="40" y="16"/>
                    </a:lnTo>
                    <a:lnTo>
                      <a:pt x="32" y="22"/>
                    </a:lnTo>
                    <a:lnTo>
                      <a:pt x="26" y="27"/>
                    </a:lnTo>
                    <a:lnTo>
                      <a:pt x="20" y="33"/>
                    </a:lnTo>
                    <a:lnTo>
                      <a:pt x="15" y="41"/>
                    </a:lnTo>
                    <a:lnTo>
                      <a:pt x="11" y="48"/>
                    </a:lnTo>
                    <a:lnTo>
                      <a:pt x="6" y="56"/>
                    </a:lnTo>
                    <a:lnTo>
                      <a:pt x="3" y="64"/>
                    </a:lnTo>
                    <a:lnTo>
                      <a:pt x="1" y="73"/>
                    </a:lnTo>
                    <a:lnTo>
                      <a:pt x="0" y="82"/>
                    </a:lnTo>
                    <a:lnTo>
                      <a:pt x="0" y="91"/>
                    </a:lnTo>
                    <a:lnTo>
                      <a:pt x="0" y="100"/>
                    </a:lnTo>
                    <a:lnTo>
                      <a:pt x="1" y="108"/>
                    </a:lnTo>
                    <a:lnTo>
                      <a:pt x="3" y="118"/>
                    </a:lnTo>
                    <a:lnTo>
                      <a:pt x="6" y="125"/>
                    </a:lnTo>
                    <a:lnTo>
                      <a:pt x="11" y="134"/>
                    </a:lnTo>
                    <a:lnTo>
                      <a:pt x="15" y="141"/>
                    </a:lnTo>
                    <a:lnTo>
                      <a:pt x="20" y="148"/>
                    </a:lnTo>
                    <a:lnTo>
                      <a:pt x="26" y="154"/>
                    </a:lnTo>
                    <a:lnTo>
                      <a:pt x="32" y="161"/>
                    </a:lnTo>
                    <a:lnTo>
                      <a:pt x="40" y="165"/>
                    </a:lnTo>
                    <a:lnTo>
                      <a:pt x="47" y="170"/>
                    </a:lnTo>
                    <a:lnTo>
                      <a:pt x="55" y="174"/>
                    </a:lnTo>
                    <a:lnTo>
                      <a:pt x="63" y="177"/>
                    </a:lnTo>
                    <a:lnTo>
                      <a:pt x="72" y="179"/>
                    </a:lnTo>
                    <a:lnTo>
                      <a:pt x="80" y="180"/>
                    </a:lnTo>
                    <a:lnTo>
                      <a:pt x="90" y="181"/>
                    </a:lnTo>
                    <a:lnTo>
                      <a:pt x="98" y="180"/>
                    </a:lnTo>
                    <a:lnTo>
                      <a:pt x="108" y="179"/>
                    </a:lnTo>
                    <a:lnTo>
                      <a:pt x="117" y="177"/>
                    </a:lnTo>
                    <a:lnTo>
                      <a:pt x="124" y="174"/>
                    </a:lnTo>
                    <a:lnTo>
                      <a:pt x="133" y="170"/>
                    </a:lnTo>
                    <a:lnTo>
                      <a:pt x="140" y="165"/>
                    </a:lnTo>
                    <a:lnTo>
                      <a:pt x="147" y="160"/>
                    </a:lnTo>
                    <a:lnTo>
                      <a:pt x="153" y="154"/>
                    </a:lnTo>
                    <a:lnTo>
                      <a:pt x="159" y="148"/>
                    </a:lnTo>
                    <a:lnTo>
                      <a:pt x="165" y="141"/>
                    </a:lnTo>
                    <a:lnTo>
                      <a:pt x="169" y="134"/>
                    </a:lnTo>
                    <a:lnTo>
                      <a:pt x="172" y="125"/>
                    </a:lnTo>
                    <a:lnTo>
                      <a:pt x="176" y="118"/>
                    </a:lnTo>
                    <a:lnTo>
                      <a:pt x="178" y="109"/>
                    </a:lnTo>
                    <a:lnTo>
                      <a:pt x="180" y="100"/>
                    </a:lnTo>
                    <a:lnTo>
                      <a:pt x="180" y="91"/>
                    </a:lnTo>
                    <a:lnTo>
                      <a:pt x="180" y="82"/>
                    </a:lnTo>
                    <a:lnTo>
                      <a:pt x="178" y="73"/>
                    </a:lnTo>
                    <a:lnTo>
                      <a:pt x="176" y="64"/>
                    </a:lnTo>
                    <a:lnTo>
                      <a:pt x="172" y="56"/>
                    </a:lnTo>
                    <a:lnTo>
                      <a:pt x="169" y="48"/>
                    </a:lnTo>
                    <a:lnTo>
                      <a:pt x="165" y="41"/>
                    </a:lnTo>
                    <a:lnTo>
                      <a:pt x="159" y="33"/>
                    </a:lnTo>
                    <a:lnTo>
                      <a:pt x="153" y="27"/>
                    </a:lnTo>
                    <a:lnTo>
                      <a:pt x="147" y="22"/>
                    </a:lnTo>
                    <a:lnTo>
                      <a:pt x="140" y="16"/>
                    </a:lnTo>
                    <a:lnTo>
                      <a:pt x="133" y="12"/>
                    </a:lnTo>
                    <a:lnTo>
                      <a:pt x="124" y="8"/>
                    </a:lnTo>
                    <a:lnTo>
                      <a:pt x="117" y="4"/>
                    </a:lnTo>
                    <a:lnTo>
                      <a:pt x="108" y="2"/>
                    </a:lnTo>
                    <a:lnTo>
                      <a:pt x="98" y="1"/>
                    </a:lnTo>
                    <a:lnTo>
                      <a:pt x="90"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595959"/>
                  </a:buClr>
                  <a:buSzPts val="1800"/>
                  <a:buFont typeface="Trebuchet MS"/>
                  <a:buNone/>
                  <a:tabLst/>
                  <a:defRPr/>
                </a:pPr>
                <a:endParaRPr kumimoji="0" sz="1800" b="0" i="0" u="none" strike="noStrike" kern="0" cap="none" spc="0" normalizeH="0" baseline="0" noProof="0">
                  <a:ln>
                    <a:noFill/>
                  </a:ln>
                  <a:solidFill>
                    <a:srgbClr val="595959"/>
                  </a:solidFill>
                  <a:effectLst/>
                  <a:uLnTx/>
                  <a:uFillTx/>
                  <a:latin typeface="Trebuchet MS"/>
                  <a:ea typeface="Trebuchet MS"/>
                  <a:cs typeface="Trebuchet MS"/>
                  <a:sym typeface="Trebuchet MS"/>
                </a:endParaRPr>
              </a:p>
            </p:txBody>
          </p:sp>
        </p:grpSp>
      </p:grpSp>
      <p:grpSp>
        <p:nvGrpSpPr>
          <p:cNvPr id="13" name="Google Shape;357;p7">
            <a:extLst>
              <a:ext uri="{FF2B5EF4-FFF2-40B4-BE49-F238E27FC236}">
                <a16:creationId xmlns:a16="http://schemas.microsoft.com/office/drawing/2014/main" id="{B103F2E4-4A14-37E9-BB56-0C5508F9CF04}"/>
              </a:ext>
            </a:extLst>
          </p:cNvPr>
          <p:cNvGrpSpPr/>
          <p:nvPr/>
        </p:nvGrpSpPr>
        <p:grpSpPr>
          <a:xfrm>
            <a:off x="939800" y="2811669"/>
            <a:ext cx="4062099" cy="1304973"/>
            <a:chOff x="647700" y="3504418"/>
            <a:chExt cx="4062099" cy="1304973"/>
          </a:xfrm>
        </p:grpSpPr>
        <p:sp>
          <p:nvSpPr>
            <p:cNvPr id="14" name="Google Shape;358;p7">
              <a:extLst>
                <a:ext uri="{FF2B5EF4-FFF2-40B4-BE49-F238E27FC236}">
                  <a16:creationId xmlns:a16="http://schemas.microsoft.com/office/drawing/2014/main" id="{1D07AE03-FA4A-A86C-434B-B175D9CE383F}"/>
                </a:ext>
              </a:extLst>
            </p:cNvPr>
            <p:cNvSpPr txBox="1"/>
            <p:nvPr/>
          </p:nvSpPr>
          <p:spPr>
            <a:xfrm>
              <a:off x="1909555" y="3504418"/>
              <a:ext cx="2800244" cy="1304973"/>
            </a:xfrm>
            <a:prstGeom prst="rect">
              <a:avLst/>
            </a:prstGeom>
            <a:noFill/>
            <a:ln>
              <a:noFill/>
            </a:ln>
          </p:spPr>
          <p:txBody>
            <a:bodyPr spcFirstLastPara="1" wrap="square" lIns="0" tIns="0" rIns="0" bIns="0" anchor="ctr" anchorCtr="0">
              <a:spAutoFit/>
            </a:bodyPr>
            <a:lstStyle/>
            <a:p>
              <a:pPr marL="0" marR="0" lvl="0" indent="0" algn="l" defTabSz="914400" rtl="0" eaLnBrk="1" fontAlgn="auto" latinLnBrk="0" hangingPunct="1">
                <a:lnSpc>
                  <a:spcPct val="90000"/>
                </a:lnSpc>
                <a:spcBef>
                  <a:spcPts val="0"/>
                </a:spcBef>
                <a:spcAft>
                  <a:spcPts val="0"/>
                </a:spcAft>
                <a:buClr>
                  <a:srgbClr val="00BFDF"/>
                </a:buClr>
                <a:buSzPts val="3200"/>
                <a:buFont typeface="Arial"/>
                <a:buNone/>
                <a:tabLst/>
                <a:defRPr/>
              </a:pPr>
              <a:r>
                <a:rPr kumimoji="0" lang="en-US" sz="3200" b="1" i="1" u="none" strike="noStrike" kern="0" cap="none" spc="0" normalizeH="0" baseline="0" noProof="0">
                  <a:ln>
                    <a:noFill/>
                  </a:ln>
                  <a:solidFill>
                    <a:srgbClr val="00BFDF"/>
                  </a:solidFill>
                  <a:effectLst/>
                  <a:uLnTx/>
                  <a:uFillTx/>
                  <a:latin typeface="Trebuchet MS"/>
                  <a:ea typeface="Trebuchet MS"/>
                  <a:cs typeface="Trebuchet MS"/>
                  <a:sym typeface="Trebuchet MS"/>
                </a:rPr>
                <a:t>$4B</a:t>
              </a:r>
              <a:endParaRPr kumimoji="0" sz="1400" b="0" i="1"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3F3F3F"/>
                </a:buClr>
                <a:buSzPts val="1400"/>
                <a:buFont typeface="Arial"/>
                <a:buNone/>
                <a:tabLst/>
                <a:defRPr/>
              </a:pPr>
              <a:r>
                <a:rPr lang="en-US" sz="1400" i="1" kern="0">
                  <a:solidFill>
                    <a:srgbClr val="3F3F3F"/>
                  </a:solidFill>
                  <a:latin typeface="Trebuchet MS"/>
                  <a:cs typeface="Arial"/>
                  <a:sym typeface="Trebuchet MS"/>
                </a:rPr>
                <a:t>Annual loss to falsified medicines across Africa — MedAxis atomic guardrails eliminate pharmacy-hopping and multi-dispensing fraud</a:t>
              </a:r>
              <a:endParaRPr kumimoji="0" sz="1400" b="0" i="1" u="none" strike="noStrike" kern="0" cap="none" spc="0" normalizeH="0" baseline="0" noProof="0">
                <a:ln>
                  <a:noFill/>
                </a:ln>
                <a:solidFill>
                  <a:srgbClr val="000000"/>
                </a:solidFill>
                <a:effectLst/>
                <a:uLnTx/>
                <a:uFillTx/>
                <a:latin typeface="Arial"/>
                <a:cs typeface="Arial"/>
                <a:sym typeface="Arial"/>
              </a:endParaRPr>
            </a:p>
          </p:txBody>
        </p:sp>
        <p:sp>
          <p:nvSpPr>
            <p:cNvPr id="15" name="Google Shape;359;p7">
              <a:extLst>
                <a:ext uri="{FF2B5EF4-FFF2-40B4-BE49-F238E27FC236}">
                  <a16:creationId xmlns:a16="http://schemas.microsoft.com/office/drawing/2014/main" id="{00247055-3975-3AC0-65BD-3DE78E6D4865}"/>
                </a:ext>
              </a:extLst>
            </p:cNvPr>
            <p:cNvSpPr/>
            <p:nvPr/>
          </p:nvSpPr>
          <p:spPr>
            <a:xfrm>
              <a:off x="647700" y="3706054"/>
              <a:ext cx="901700" cy="901700"/>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Trebuchet MS"/>
                <a:buNone/>
                <a:tabLst/>
                <a:defRPr/>
              </a:pPr>
              <a:endParaRPr kumimoji="0" sz="1800" b="0" i="0" u="none" strike="noStrike" kern="0" cap="none" spc="0" normalizeH="0" baseline="0" noProof="0">
                <a:ln>
                  <a:noFill/>
                </a:ln>
                <a:solidFill>
                  <a:srgbClr val="FFFFFF"/>
                </a:solidFill>
                <a:effectLst/>
                <a:uLnTx/>
                <a:uFillTx/>
                <a:latin typeface="Trebuchet MS"/>
                <a:ea typeface="Trebuchet MS"/>
                <a:cs typeface="Trebuchet MS"/>
                <a:sym typeface="Trebuchet MS"/>
              </a:endParaRPr>
            </a:p>
          </p:txBody>
        </p:sp>
        <p:grpSp>
          <p:nvGrpSpPr>
            <p:cNvPr id="16" name="Google Shape;360;p7">
              <a:extLst>
                <a:ext uri="{FF2B5EF4-FFF2-40B4-BE49-F238E27FC236}">
                  <a16:creationId xmlns:a16="http://schemas.microsoft.com/office/drawing/2014/main" id="{D8158E5B-30A0-6CEE-39E2-F3D7C557E20E}"/>
                </a:ext>
              </a:extLst>
            </p:cNvPr>
            <p:cNvGrpSpPr/>
            <p:nvPr/>
          </p:nvGrpSpPr>
          <p:grpSpPr>
            <a:xfrm>
              <a:off x="877887" y="3935015"/>
              <a:ext cx="441326" cy="443778"/>
              <a:chOff x="10455275" y="2498725"/>
              <a:chExt cx="285750" cy="287338"/>
            </a:xfrm>
          </p:grpSpPr>
          <p:sp>
            <p:nvSpPr>
              <p:cNvPr id="17" name="Google Shape;361;p7">
                <a:extLst>
                  <a:ext uri="{FF2B5EF4-FFF2-40B4-BE49-F238E27FC236}">
                    <a16:creationId xmlns:a16="http://schemas.microsoft.com/office/drawing/2014/main" id="{F4665899-795C-F39F-69EB-0BF52236C826}"/>
                  </a:ext>
                </a:extLst>
              </p:cNvPr>
              <p:cNvSpPr/>
              <p:nvPr/>
            </p:nvSpPr>
            <p:spPr>
              <a:xfrm>
                <a:off x="10455275" y="2593975"/>
                <a:ext cx="285750" cy="192088"/>
              </a:xfrm>
              <a:custGeom>
                <a:avLst/>
                <a:gdLst/>
                <a:ahLst/>
                <a:cxnLst/>
                <a:rect l="l" t="t" r="r" b="b"/>
                <a:pathLst>
                  <a:path w="903" h="601" extrusionOk="0">
                    <a:moveTo>
                      <a:pt x="722" y="571"/>
                    </a:moveTo>
                    <a:lnTo>
                      <a:pt x="722" y="30"/>
                    </a:lnTo>
                    <a:lnTo>
                      <a:pt x="812" y="30"/>
                    </a:lnTo>
                    <a:lnTo>
                      <a:pt x="812" y="571"/>
                    </a:lnTo>
                    <a:lnTo>
                      <a:pt x="722" y="571"/>
                    </a:lnTo>
                    <a:close/>
                    <a:moveTo>
                      <a:pt x="512" y="571"/>
                    </a:moveTo>
                    <a:lnTo>
                      <a:pt x="512" y="300"/>
                    </a:lnTo>
                    <a:lnTo>
                      <a:pt x="602" y="300"/>
                    </a:lnTo>
                    <a:lnTo>
                      <a:pt x="602" y="571"/>
                    </a:lnTo>
                    <a:lnTo>
                      <a:pt x="512" y="571"/>
                    </a:lnTo>
                    <a:close/>
                    <a:moveTo>
                      <a:pt x="301" y="571"/>
                    </a:moveTo>
                    <a:lnTo>
                      <a:pt x="301" y="210"/>
                    </a:lnTo>
                    <a:lnTo>
                      <a:pt x="391" y="210"/>
                    </a:lnTo>
                    <a:lnTo>
                      <a:pt x="391" y="571"/>
                    </a:lnTo>
                    <a:lnTo>
                      <a:pt x="301" y="571"/>
                    </a:lnTo>
                    <a:close/>
                    <a:moveTo>
                      <a:pt x="91" y="571"/>
                    </a:moveTo>
                    <a:lnTo>
                      <a:pt x="91" y="421"/>
                    </a:lnTo>
                    <a:lnTo>
                      <a:pt x="181" y="421"/>
                    </a:lnTo>
                    <a:lnTo>
                      <a:pt x="181" y="571"/>
                    </a:lnTo>
                    <a:lnTo>
                      <a:pt x="91" y="571"/>
                    </a:lnTo>
                    <a:close/>
                    <a:moveTo>
                      <a:pt x="888" y="571"/>
                    </a:moveTo>
                    <a:lnTo>
                      <a:pt x="842" y="571"/>
                    </a:lnTo>
                    <a:lnTo>
                      <a:pt x="842" y="15"/>
                    </a:lnTo>
                    <a:lnTo>
                      <a:pt x="842" y="12"/>
                    </a:lnTo>
                    <a:lnTo>
                      <a:pt x="841" y="9"/>
                    </a:lnTo>
                    <a:lnTo>
                      <a:pt x="840" y="7"/>
                    </a:lnTo>
                    <a:lnTo>
                      <a:pt x="838" y="5"/>
                    </a:lnTo>
                    <a:lnTo>
                      <a:pt x="836" y="3"/>
                    </a:lnTo>
                    <a:lnTo>
                      <a:pt x="833" y="1"/>
                    </a:lnTo>
                    <a:lnTo>
                      <a:pt x="830" y="0"/>
                    </a:lnTo>
                    <a:lnTo>
                      <a:pt x="827" y="0"/>
                    </a:lnTo>
                    <a:lnTo>
                      <a:pt x="707" y="0"/>
                    </a:lnTo>
                    <a:lnTo>
                      <a:pt x="704" y="0"/>
                    </a:lnTo>
                    <a:lnTo>
                      <a:pt x="702" y="1"/>
                    </a:lnTo>
                    <a:lnTo>
                      <a:pt x="698" y="3"/>
                    </a:lnTo>
                    <a:lnTo>
                      <a:pt x="696" y="5"/>
                    </a:lnTo>
                    <a:lnTo>
                      <a:pt x="694" y="7"/>
                    </a:lnTo>
                    <a:lnTo>
                      <a:pt x="693" y="9"/>
                    </a:lnTo>
                    <a:lnTo>
                      <a:pt x="692" y="12"/>
                    </a:lnTo>
                    <a:lnTo>
                      <a:pt x="692" y="15"/>
                    </a:lnTo>
                    <a:lnTo>
                      <a:pt x="692" y="571"/>
                    </a:lnTo>
                    <a:lnTo>
                      <a:pt x="632" y="571"/>
                    </a:lnTo>
                    <a:lnTo>
                      <a:pt x="632" y="285"/>
                    </a:lnTo>
                    <a:lnTo>
                      <a:pt x="632" y="283"/>
                    </a:lnTo>
                    <a:lnTo>
                      <a:pt x="631" y="280"/>
                    </a:lnTo>
                    <a:lnTo>
                      <a:pt x="630" y="278"/>
                    </a:lnTo>
                    <a:lnTo>
                      <a:pt x="628" y="275"/>
                    </a:lnTo>
                    <a:lnTo>
                      <a:pt x="626" y="274"/>
                    </a:lnTo>
                    <a:lnTo>
                      <a:pt x="622" y="271"/>
                    </a:lnTo>
                    <a:lnTo>
                      <a:pt x="620" y="271"/>
                    </a:lnTo>
                    <a:lnTo>
                      <a:pt x="617" y="270"/>
                    </a:lnTo>
                    <a:lnTo>
                      <a:pt x="497" y="270"/>
                    </a:lnTo>
                    <a:lnTo>
                      <a:pt x="494" y="271"/>
                    </a:lnTo>
                    <a:lnTo>
                      <a:pt x="491" y="271"/>
                    </a:lnTo>
                    <a:lnTo>
                      <a:pt x="488" y="274"/>
                    </a:lnTo>
                    <a:lnTo>
                      <a:pt x="486" y="275"/>
                    </a:lnTo>
                    <a:lnTo>
                      <a:pt x="484" y="278"/>
                    </a:lnTo>
                    <a:lnTo>
                      <a:pt x="483" y="280"/>
                    </a:lnTo>
                    <a:lnTo>
                      <a:pt x="482" y="283"/>
                    </a:lnTo>
                    <a:lnTo>
                      <a:pt x="482" y="285"/>
                    </a:lnTo>
                    <a:lnTo>
                      <a:pt x="482" y="571"/>
                    </a:lnTo>
                    <a:lnTo>
                      <a:pt x="421" y="571"/>
                    </a:lnTo>
                    <a:lnTo>
                      <a:pt x="421" y="195"/>
                    </a:lnTo>
                    <a:lnTo>
                      <a:pt x="421" y="192"/>
                    </a:lnTo>
                    <a:lnTo>
                      <a:pt x="420" y="190"/>
                    </a:lnTo>
                    <a:lnTo>
                      <a:pt x="419" y="187"/>
                    </a:lnTo>
                    <a:lnTo>
                      <a:pt x="417" y="185"/>
                    </a:lnTo>
                    <a:lnTo>
                      <a:pt x="415" y="184"/>
                    </a:lnTo>
                    <a:lnTo>
                      <a:pt x="412" y="181"/>
                    </a:lnTo>
                    <a:lnTo>
                      <a:pt x="409" y="180"/>
                    </a:lnTo>
                    <a:lnTo>
                      <a:pt x="406" y="180"/>
                    </a:lnTo>
                    <a:lnTo>
                      <a:pt x="286" y="180"/>
                    </a:lnTo>
                    <a:lnTo>
                      <a:pt x="283" y="180"/>
                    </a:lnTo>
                    <a:lnTo>
                      <a:pt x="281" y="181"/>
                    </a:lnTo>
                    <a:lnTo>
                      <a:pt x="277" y="184"/>
                    </a:lnTo>
                    <a:lnTo>
                      <a:pt x="275" y="185"/>
                    </a:lnTo>
                    <a:lnTo>
                      <a:pt x="274" y="187"/>
                    </a:lnTo>
                    <a:lnTo>
                      <a:pt x="272" y="190"/>
                    </a:lnTo>
                    <a:lnTo>
                      <a:pt x="271" y="192"/>
                    </a:lnTo>
                    <a:lnTo>
                      <a:pt x="271" y="195"/>
                    </a:lnTo>
                    <a:lnTo>
                      <a:pt x="271" y="571"/>
                    </a:lnTo>
                    <a:lnTo>
                      <a:pt x="211" y="571"/>
                    </a:lnTo>
                    <a:lnTo>
                      <a:pt x="211" y="406"/>
                    </a:lnTo>
                    <a:lnTo>
                      <a:pt x="211" y="403"/>
                    </a:lnTo>
                    <a:lnTo>
                      <a:pt x="210" y="400"/>
                    </a:lnTo>
                    <a:lnTo>
                      <a:pt x="209" y="398"/>
                    </a:lnTo>
                    <a:lnTo>
                      <a:pt x="207" y="396"/>
                    </a:lnTo>
                    <a:lnTo>
                      <a:pt x="205" y="394"/>
                    </a:lnTo>
                    <a:lnTo>
                      <a:pt x="201" y="392"/>
                    </a:lnTo>
                    <a:lnTo>
                      <a:pt x="199" y="391"/>
                    </a:lnTo>
                    <a:lnTo>
                      <a:pt x="196" y="391"/>
                    </a:lnTo>
                    <a:lnTo>
                      <a:pt x="76" y="391"/>
                    </a:lnTo>
                    <a:lnTo>
                      <a:pt x="73" y="391"/>
                    </a:lnTo>
                    <a:lnTo>
                      <a:pt x="70" y="392"/>
                    </a:lnTo>
                    <a:lnTo>
                      <a:pt x="67" y="394"/>
                    </a:lnTo>
                    <a:lnTo>
                      <a:pt x="65" y="396"/>
                    </a:lnTo>
                    <a:lnTo>
                      <a:pt x="63" y="398"/>
                    </a:lnTo>
                    <a:lnTo>
                      <a:pt x="62" y="400"/>
                    </a:lnTo>
                    <a:lnTo>
                      <a:pt x="61" y="403"/>
                    </a:lnTo>
                    <a:lnTo>
                      <a:pt x="61" y="406"/>
                    </a:lnTo>
                    <a:lnTo>
                      <a:pt x="61" y="571"/>
                    </a:lnTo>
                    <a:lnTo>
                      <a:pt x="16" y="571"/>
                    </a:lnTo>
                    <a:lnTo>
                      <a:pt x="13" y="571"/>
                    </a:lnTo>
                    <a:lnTo>
                      <a:pt x="10" y="572"/>
                    </a:lnTo>
                    <a:lnTo>
                      <a:pt x="7" y="573"/>
                    </a:lnTo>
                    <a:lnTo>
                      <a:pt x="5" y="576"/>
                    </a:lnTo>
                    <a:lnTo>
                      <a:pt x="3" y="578"/>
                    </a:lnTo>
                    <a:lnTo>
                      <a:pt x="2" y="581"/>
                    </a:lnTo>
                    <a:lnTo>
                      <a:pt x="1" y="583"/>
                    </a:lnTo>
                    <a:lnTo>
                      <a:pt x="0" y="586"/>
                    </a:lnTo>
                    <a:lnTo>
                      <a:pt x="1" y="590"/>
                    </a:lnTo>
                    <a:lnTo>
                      <a:pt x="2" y="593"/>
                    </a:lnTo>
                    <a:lnTo>
                      <a:pt x="3" y="595"/>
                    </a:lnTo>
                    <a:lnTo>
                      <a:pt x="5" y="597"/>
                    </a:lnTo>
                    <a:lnTo>
                      <a:pt x="7" y="599"/>
                    </a:lnTo>
                    <a:lnTo>
                      <a:pt x="10" y="600"/>
                    </a:lnTo>
                    <a:lnTo>
                      <a:pt x="13" y="601"/>
                    </a:lnTo>
                    <a:lnTo>
                      <a:pt x="16" y="601"/>
                    </a:lnTo>
                    <a:lnTo>
                      <a:pt x="76" y="601"/>
                    </a:lnTo>
                    <a:lnTo>
                      <a:pt x="196" y="601"/>
                    </a:lnTo>
                    <a:lnTo>
                      <a:pt x="286" y="601"/>
                    </a:lnTo>
                    <a:lnTo>
                      <a:pt x="406" y="601"/>
                    </a:lnTo>
                    <a:lnTo>
                      <a:pt x="497" y="601"/>
                    </a:lnTo>
                    <a:lnTo>
                      <a:pt x="617" y="601"/>
                    </a:lnTo>
                    <a:lnTo>
                      <a:pt x="707" y="601"/>
                    </a:lnTo>
                    <a:lnTo>
                      <a:pt x="827" y="601"/>
                    </a:lnTo>
                    <a:lnTo>
                      <a:pt x="888" y="601"/>
                    </a:lnTo>
                    <a:lnTo>
                      <a:pt x="890" y="601"/>
                    </a:lnTo>
                    <a:lnTo>
                      <a:pt x="893" y="600"/>
                    </a:lnTo>
                    <a:lnTo>
                      <a:pt x="896" y="599"/>
                    </a:lnTo>
                    <a:lnTo>
                      <a:pt x="898" y="597"/>
                    </a:lnTo>
                    <a:lnTo>
                      <a:pt x="900" y="595"/>
                    </a:lnTo>
                    <a:lnTo>
                      <a:pt x="901" y="593"/>
                    </a:lnTo>
                    <a:lnTo>
                      <a:pt x="902" y="590"/>
                    </a:lnTo>
                    <a:lnTo>
                      <a:pt x="903" y="586"/>
                    </a:lnTo>
                    <a:lnTo>
                      <a:pt x="902" y="583"/>
                    </a:lnTo>
                    <a:lnTo>
                      <a:pt x="901" y="581"/>
                    </a:lnTo>
                    <a:lnTo>
                      <a:pt x="900" y="578"/>
                    </a:lnTo>
                    <a:lnTo>
                      <a:pt x="898" y="576"/>
                    </a:lnTo>
                    <a:lnTo>
                      <a:pt x="896" y="573"/>
                    </a:lnTo>
                    <a:lnTo>
                      <a:pt x="893" y="572"/>
                    </a:lnTo>
                    <a:lnTo>
                      <a:pt x="890" y="571"/>
                    </a:lnTo>
                    <a:lnTo>
                      <a:pt x="888" y="571"/>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595959"/>
                  </a:buClr>
                  <a:buSzPts val="1800"/>
                  <a:buFont typeface="Trebuchet MS"/>
                  <a:buNone/>
                  <a:tabLst/>
                  <a:defRPr/>
                </a:pPr>
                <a:endParaRPr kumimoji="0" sz="1800" b="0" i="0" u="none" strike="noStrike" kern="0" cap="none" spc="0" normalizeH="0" baseline="0" noProof="0">
                  <a:ln>
                    <a:noFill/>
                  </a:ln>
                  <a:solidFill>
                    <a:srgbClr val="595959"/>
                  </a:solidFill>
                  <a:effectLst/>
                  <a:uLnTx/>
                  <a:uFillTx/>
                  <a:latin typeface="Trebuchet MS"/>
                  <a:ea typeface="Trebuchet MS"/>
                  <a:cs typeface="Trebuchet MS"/>
                  <a:sym typeface="Trebuchet MS"/>
                </a:endParaRPr>
              </a:p>
            </p:txBody>
          </p:sp>
          <p:sp>
            <p:nvSpPr>
              <p:cNvPr id="18" name="Google Shape;362;p7">
                <a:extLst>
                  <a:ext uri="{FF2B5EF4-FFF2-40B4-BE49-F238E27FC236}">
                    <a16:creationId xmlns:a16="http://schemas.microsoft.com/office/drawing/2014/main" id="{27F89022-3AAD-9991-3079-ECD553654086}"/>
                  </a:ext>
                </a:extLst>
              </p:cNvPr>
              <p:cNvSpPr/>
              <p:nvPr/>
            </p:nvSpPr>
            <p:spPr>
              <a:xfrm>
                <a:off x="10474325" y="2498725"/>
                <a:ext cx="252413" cy="157163"/>
              </a:xfrm>
              <a:custGeom>
                <a:avLst/>
                <a:gdLst/>
                <a:ahLst/>
                <a:cxnLst/>
                <a:rect l="l" t="t" r="r" b="b"/>
                <a:pathLst>
                  <a:path w="796" h="496" extrusionOk="0">
                    <a:moveTo>
                      <a:pt x="60" y="406"/>
                    </a:moveTo>
                    <a:lnTo>
                      <a:pt x="66" y="407"/>
                    </a:lnTo>
                    <a:lnTo>
                      <a:pt x="73" y="410"/>
                    </a:lnTo>
                    <a:lnTo>
                      <a:pt x="78" y="413"/>
                    </a:lnTo>
                    <a:lnTo>
                      <a:pt x="83" y="417"/>
                    </a:lnTo>
                    <a:lnTo>
                      <a:pt x="83" y="417"/>
                    </a:lnTo>
                    <a:lnTo>
                      <a:pt x="83" y="417"/>
                    </a:lnTo>
                    <a:lnTo>
                      <a:pt x="83" y="417"/>
                    </a:lnTo>
                    <a:lnTo>
                      <a:pt x="83" y="417"/>
                    </a:lnTo>
                    <a:lnTo>
                      <a:pt x="86" y="421"/>
                    </a:lnTo>
                    <a:lnTo>
                      <a:pt x="88" y="426"/>
                    </a:lnTo>
                    <a:lnTo>
                      <a:pt x="89" y="431"/>
                    </a:lnTo>
                    <a:lnTo>
                      <a:pt x="90" y="436"/>
                    </a:lnTo>
                    <a:lnTo>
                      <a:pt x="89" y="443"/>
                    </a:lnTo>
                    <a:lnTo>
                      <a:pt x="88" y="448"/>
                    </a:lnTo>
                    <a:lnTo>
                      <a:pt x="85" y="453"/>
                    </a:lnTo>
                    <a:lnTo>
                      <a:pt x="81" y="458"/>
                    </a:lnTo>
                    <a:lnTo>
                      <a:pt x="76" y="461"/>
                    </a:lnTo>
                    <a:lnTo>
                      <a:pt x="72" y="464"/>
                    </a:lnTo>
                    <a:lnTo>
                      <a:pt x="65" y="466"/>
                    </a:lnTo>
                    <a:lnTo>
                      <a:pt x="60" y="466"/>
                    </a:lnTo>
                    <a:lnTo>
                      <a:pt x="54" y="466"/>
                    </a:lnTo>
                    <a:lnTo>
                      <a:pt x="48" y="464"/>
                    </a:lnTo>
                    <a:lnTo>
                      <a:pt x="43" y="461"/>
                    </a:lnTo>
                    <a:lnTo>
                      <a:pt x="39" y="458"/>
                    </a:lnTo>
                    <a:lnTo>
                      <a:pt x="34" y="453"/>
                    </a:lnTo>
                    <a:lnTo>
                      <a:pt x="32" y="448"/>
                    </a:lnTo>
                    <a:lnTo>
                      <a:pt x="30" y="443"/>
                    </a:lnTo>
                    <a:lnTo>
                      <a:pt x="30" y="436"/>
                    </a:lnTo>
                    <a:lnTo>
                      <a:pt x="30" y="430"/>
                    </a:lnTo>
                    <a:lnTo>
                      <a:pt x="32" y="425"/>
                    </a:lnTo>
                    <a:lnTo>
                      <a:pt x="34" y="419"/>
                    </a:lnTo>
                    <a:lnTo>
                      <a:pt x="39" y="415"/>
                    </a:lnTo>
                    <a:lnTo>
                      <a:pt x="43" y="412"/>
                    </a:lnTo>
                    <a:lnTo>
                      <a:pt x="48" y="409"/>
                    </a:lnTo>
                    <a:lnTo>
                      <a:pt x="54" y="407"/>
                    </a:lnTo>
                    <a:lnTo>
                      <a:pt x="60" y="406"/>
                    </a:lnTo>
                    <a:lnTo>
                      <a:pt x="60" y="406"/>
                    </a:lnTo>
                    <a:close/>
                    <a:moveTo>
                      <a:pt x="285" y="211"/>
                    </a:moveTo>
                    <a:lnTo>
                      <a:pt x="291" y="211"/>
                    </a:lnTo>
                    <a:lnTo>
                      <a:pt x="297" y="214"/>
                    </a:lnTo>
                    <a:lnTo>
                      <a:pt x="302" y="216"/>
                    </a:lnTo>
                    <a:lnTo>
                      <a:pt x="306" y="220"/>
                    </a:lnTo>
                    <a:lnTo>
                      <a:pt x="311" y="224"/>
                    </a:lnTo>
                    <a:lnTo>
                      <a:pt x="313" y="230"/>
                    </a:lnTo>
                    <a:lnTo>
                      <a:pt x="315" y="235"/>
                    </a:lnTo>
                    <a:lnTo>
                      <a:pt x="315" y="241"/>
                    </a:lnTo>
                    <a:lnTo>
                      <a:pt x="315" y="247"/>
                    </a:lnTo>
                    <a:lnTo>
                      <a:pt x="313" y="253"/>
                    </a:lnTo>
                    <a:lnTo>
                      <a:pt x="311" y="257"/>
                    </a:lnTo>
                    <a:lnTo>
                      <a:pt x="306" y="262"/>
                    </a:lnTo>
                    <a:lnTo>
                      <a:pt x="302" y="266"/>
                    </a:lnTo>
                    <a:lnTo>
                      <a:pt x="297" y="268"/>
                    </a:lnTo>
                    <a:lnTo>
                      <a:pt x="291" y="270"/>
                    </a:lnTo>
                    <a:lnTo>
                      <a:pt x="285" y="271"/>
                    </a:lnTo>
                    <a:lnTo>
                      <a:pt x="280" y="270"/>
                    </a:lnTo>
                    <a:lnTo>
                      <a:pt x="273" y="268"/>
                    </a:lnTo>
                    <a:lnTo>
                      <a:pt x="269" y="266"/>
                    </a:lnTo>
                    <a:lnTo>
                      <a:pt x="264" y="262"/>
                    </a:lnTo>
                    <a:lnTo>
                      <a:pt x="260" y="257"/>
                    </a:lnTo>
                    <a:lnTo>
                      <a:pt x="257" y="253"/>
                    </a:lnTo>
                    <a:lnTo>
                      <a:pt x="256" y="247"/>
                    </a:lnTo>
                    <a:lnTo>
                      <a:pt x="255" y="241"/>
                    </a:lnTo>
                    <a:lnTo>
                      <a:pt x="256" y="235"/>
                    </a:lnTo>
                    <a:lnTo>
                      <a:pt x="257" y="230"/>
                    </a:lnTo>
                    <a:lnTo>
                      <a:pt x="260" y="224"/>
                    </a:lnTo>
                    <a:lnTo>
                      <a:pt x="264" y="220"/>
                    </a:lnTo>
                    <a:lnTo>
                      <a:pt x="269" y="216"/>
                    </a:lnTo>
                    <a:lnTo>
                      <a:pt x="273" y="214"/>
                    </a:lnTo>
                    <a:lnTo>
                      <a:pt x="280" y="211"/>
                    </a:lnTo>
                    <a:lnTo>
                      <a:pt x="285" y="211"/>
                    </a:lnTo>
                    <a:close/>
                    <a:moveTo>
                      <a:pt x="511" y="301"/>
                    </a:moveTo>
                    <a:lnTo>
                      <a:pt x="516" y="301"/>
                    </a:lnTo>
                    <a:lnTo>
                      <a:pt x="521" y="302"/>
                    </a:lnTo>
                    <a:lnTo>
                      <a:pt x="526" y="306"/>
                    </a:lnTo>
                    <a:lnTo>
                      <a:pt x="530" y="308"/>
                    </a:lnTo>
                    <a:lnTo>
                      <a:pt x="530" y="308"/>
                    </a:lnTo>
                    <a:lnTo>
                      <a:pt x="530" y="308"/>
                    </a:lnTo>
                    <a:lnTo>
                      <a:pt x="530" y="308"/>
                    </a:lnTo>
                    <a:lnTo>
                      <a:pt x="530" y="308"/>
                    </a:lnTo>
                    <a:lnTo>
                      <a:pt x="535" y="313"/>
                    </a:lnTo>
                    <a:lnTo>
                      <a:pt x="538" y="319"/>
                    </a:lnTo>
                    <a:lnTo>
                      <a:pt x="540" y="325"/>
                    </a:lnTo>
                    <a:lnTo>
                      <a:pt x="541" y="331"/>
                    </a:lnTo>
                    <a:lnTo>
                      <a:pt x="540" y="337"/>
                    </a:lnTo>
                    <a:lnTo>
                      <a:pt x="539" y="343"/>
                    </a:lnTo>
                    <a:lnTo>
                      <a:pt x="536" y="347"/>
                    </a:lnTo>
                    <a:lnTo>
                      <a:pt x="532" y="353"/>
                    </a:lnTo>
                    <a:lnTo>
                      <a:pt x="527" y="356"/>
                    </a:lnTo>
                    <a:lnTo>
                      <a:pt x="523" y="359"/>
                    </a:lnTo>
                    <a:lnTo>
                      <a:pt x="516" y="360"/>
                    </a:lnTo>
                    <a:lnTo>
                      <a:pt x="511" y="361"/>
                    </a:lnTo>
                    <a:lnTo>
                      <a:pt x="505" y="360"/>
                    </a:lnTo>
                    <a:lnTo>
                      <a:pt x="499" y="359"/>
                    </a:lnTo>
                    <a:lnTo>
                      <a:pt x="494" y="356"/>
                    </a:lnTo>
                    <a:lnTo>
                      <a:pt x="490" y="353"/>
                    </a:lnTo>
                    <a:lnTo>
                      <a:pt x="486" y="349"/>
                    </a:lnTo>
                    <a:lnTo>
                      <a:pt x="483" y="343"/>
                    </a:lnTo>
                    <a:lnTo>
                      <a:pt x="481" y="337"/>
                    </a:lnTo>
                    <a:lnTo>
                      <a:pt x="481" y="331"/>
                    </a:lnTo>
                    <a:lnTo>
                      <a:pt x="481" y="325"/>
                    </a:lnTo>
                    <a:lnTo>
                      <a:pt x="483" y="320"/>
                    </a:lnTo>
                    <a:lnTo>
                      <a:pt x="486" y="314"/>
                    </a:lnTo>
                    <a:lnTo>
                      <a:pt x="490" y="310"/>
                    </a:lnTo>
                    <a:lnTo>
                      <a:pt x="494" y="307"/>
                    </a:lnTo>
                    <a:lnTo>
                      <a:pt x="499" y="304"/>
                    </a:lnTo>
                    <a:lnTo>
                      <a:pt x="505" y="301"/>
                    </a:lnTo>
                    <a:lnTo>
                      <a:pt x="511" y="301"/>
                    </a:lnTo>
                    <a:lnTo>
                      <a:pt x="511" y="301"/>
                    </a:lnTo>
                    <a:close/>
                    <a:moveTo>
                      <a:pt x="736" y="30"/>
                    </a:moveTo>
                    <a:lnTo>
                      <a:pt x="742" y="31"/>
                    </a:lnTo>
                    <a:lnTo>
                      <a:pt x="748" y="33"/>
                    </a:lnTo>
                    <a:lnTo>
                      <a:pt x="753" y="36"/>
                    </a:lnTo>
                    <a:lnTo>
                      <a:pt x="757" y="39"/>
                    </a:lnTo>
                    <a:lnTo>
                      <a:pt x="762" y="43"/>
                    </a:lnTo>
                    <a:lnTo>
                      <a:pt x="764" y="49"/>
                    </a:lnTo>
                    <a:lnTo>
                      <a:pt x="766" y="55"/>
                    </a:lnTo>
                    <a:lnTo>
                      <a:pt x="766" y="60"/>
                    </a:lnTo>
                    <a:lnTo>
                      <a:pt x="766" y="67"/>
                    </a:lnTo>
                    <a:lnTo>
                      <a:pt x="764" y="72"/>
                    </a:lnTo>
                    <a:lnTo>
                      <a:pt x="762" y="78"/>
                    </a:lnTo>
                    <a:lnTo>
                      <a:pt x="757" y="82"/>
                    </a:lnTo>
                    <a:lnTo>
                      <a:pt x="753" y="85"/>
                    </a:lnTo>
                    <a:lnTo>
                      <a:pt x="748" y="88"/>
                    </a:lnTo>
                    <a:lnTo>
                      <a:pt x="742" y="90"/>
                    </a:lnTo>
                    <a:lnTo>
                      <a:pt x="736" y="90"/>
                    </a:lnTo>
                    <a:lnTo>
                      <a:pt x="731" y="90"/>
                    </a:lnTo>
                    <a:lnTo>
                      <a:pt x="724" y="88"/>
                    </a:lnTo>
                    <a:lnTo>
                      <a:pt x="720" y="85"/>
                    </a:lnTo>
                    <a:lnTo>
                      <a:pt x="716" y="82"/>
                    </a:lnTo>
                    <a:lnTo>
                      <a:pt x="711" y="78"/>
                    </a:lnTo>
                    <a:lnTo>
                      <a:pt x="708" y="72"/>
                    </a:lnTo>
                    <a:lnTo>
                      <a:pt x="707" y="67"/>
                    </a:lnTo>
                    <a:lnTo>
                      <a:pt x="706" y="60"/>
                    </a:lnTo>
                    <a:lnTo>
                      <a:pt x="707" y="55"/>
                    </a:lnTo>
                    <a:lnTo>
                      <a:pt x="708" y="49"/>
                    </a:lnTo>
                    <a:lnTo>
                      <a:pt x="711" y="43"/>
                    </a:lnTo>
                    <a:lnTo>
                      <a:pt x="716" y="39"/>
                    </a:lnTo>
                    <a:lnTo>
                      <a:pt x="720" y="36"/>
                    </a:lnTo>
                    <a:lnTo>
                      <a:pt x="724" y="33"/>
                    </a:lnTo>
                    <a:lnTo>
                      <a:pt x="731" y="31"/>
                    </a:lnTo>
                    <a:lnTo>
                      <a:pt x="736" y="30"/>
                    </a:lnTo>
                    <a:lnTo>
                      <a:pt x="736" y="30"/>
                    </a:lnTo>
                    <a:close/>
                    <a:moveTo>
                      <a:pt x="60" y="496"/>
                    </a:moveTo>
                    <a:lnTo>
                      <a:pt x="66" y="496"/>
                    </a:lnTo>
                    <a:lnTo>
                      <a:pt x="72" y="495"/>
                    </a:lnTo>
                    <a:lnTo>
                      <a:pt x="77" y="494"/>
                    </a:lnTo>
                    <a:lnTo>
                      <a:pt x="84" y="492"/>
                    </a:lnTo>
                    <a:lnTo>
                      <a:pt x="89" y="489"/>
                    </a:lnTo>
                    <a:lnTo>
                      <a:pt x="93" y="487"/>
                    </a:lnTo>
                    <a:lnTo>
                      <a:pt x="98" y="482"/>
                    </a:lnTo>
                    <a:lnTo>
                      <a:pt x="102" y="479"/>
                    </a:lnTo>
                    <a:lnTo>
                      <a:pt x="106" y="475"/>
                    </a:lnTo>
                    <a:lnTo>
                      <a:pt x="109" y="470"/>
                    </a:lnTo>
                    <a:lnTo>
                      <a:pt x="113" y="465"/>
                    </a:lnTo>
                    <a:lnTo>
                      <a:pt x="115" y="460"/>
                    </a:lnTo>
                    <a:lnTo>
                      <a:pt x="117" y="455"/>
                    </a:lnTo>
                    <a:lnTo>
                      <a:pt x="119" y="448"/>
                    </a:lnTo>
                    <a:lnTo>
                      <a:pt x="120" y="443"/>
                    </a:lnTo>
                    <a:lnTo>
                      <a:pt x="120" y="436"/>
                    </a:lnTo>
                    <a:lnTo>
                      <a:pt x="119" y="429"/>
                    </a:lnTo>
                    <a:lnTo>
                      <a:pt x="118" y="422"/>
                    </a:lnTo>
                    <a:lnTo>
                      <a:pt x="116" y="416"/>
                    </a:lnTo>
                    <a:lnTo>
                      <a:pt x="114" y="410"/>
                    </a:lnTo>
                    <a:lnTo>
                      <a:pt x="251" y="291"/>
                    </a:lnTo>
                    <a:lnTo>
                      <a:pt x="259" y="295"/>
                    </a:lnTo>
                    <a:lnTo>
                      <a:pt x="267" y="298"/>
                    </a:lnTo>
                    <a:lnTo>
                      <a:pt x="276" y="300"/>
                    </a:lnTo>
                    <a:lnTo>
                      <a:pt x="285" y="301"/>
                    </a:lnTo>
                    <a:lnTo>
                      <a:pt x="292" y="300"/>
                    </a:lnTo>
                    <a:lnTo>
                      <a:pt x="300" y="299"/>
                    </a:lnTo>
                    <a:lnTo>
                      <a:pt x="306" y="297"/>
                    </a:lnTo>
                    <a:lnTo>
                      <a:pt x="313" y="294"/>
                    </a:lnTo>
                    <a:lnTo>
                      <a:pt x="318" y="291"/>
                    </a:lnTo>
                    <a:lnTo>
                      <a:pt x="325" y="286"/>
                    </a:lnTo>
                    <a:lnTo>
                      <a:pt x="329" y="282"/>
                    </a:lnTo>
                    <a:lnTo>
                      <a:pt x="333" y="277"/>
                    </a:lnTo>
                    <a:lnTo>
                      <a:pt x="451" y="324"/>
                    </a:lnTo>
                    <a:lnTo>
                      <a:pt x="451" y="327"/>
                    </a:lnTo>
                    <a:lnTo>
                      <a:pt x="451" y="331"/>
                    </a:lnTo>
                    <a:lnTo>
                      <a:pt x="451" y="338"/>
                    </a:lnTo>
                    <a:lnTo>
                      <a:pt x="452" y="343"/>
                    </a:lnTo>
                    <a:lnTo>
                      <a:pt x="453" y="350"/>
                    </a:lnTo>
                    <a:lnTo>
                      <a:pt x="455" y="355"/>
                    </a:lnTo>
                    <a:lnTo>
                      <a:pt x="457" y="360"/>
                    </a:lnTo>
                    <a:lnTo>
                      <a:pt x="461" y="365"/>
                    </a:lnTo>
                    <a:lnTo>
                      <a:pt x="464" y="370"/>
                    </a:lnTo>
                    <a:lnTo>
                      <a:pt x="468" y="374"/>
                    </a:lnTo>
                    <a:lnTo>
                      <a:pt x="472" y="377"/>
                    </a:lnTo>
                    <a:lnTo>
                      <a:pt x="477" y="381"/>
                    </a:lnTo>
                    <a:lnTo>
                      <a:pt x="482" y="384"/>
                    </a:lnTo>
                    <a:lnTo>
                      <a:pt x="487" y="387"/>
                    </a:lnTo>
                    <a:lnTo>
                      <a:pt x="493" y="388"/>
                    </a:lnTo>
                    <a:lnTo>
                      <a:pt x="498" y="390"/>
                    </a:lnTo>
                    <a:lnTo>
                      <a:pt x="505" y="391"/>
                    </a:lnTo>
                    <a:lnTo>
                      <a:pt x="511" y="391"/>
                    </a:lnTo>
                    <a:lnTo>
                      <a:pt x="517" y="391"/>
                    </a:lnTo>
                    <a:lnTo>
                      <a:pt x="523" y="390"/>
                    </a:lnTo>
                    <a:lnTo>
                      <a:pt x="529" y="388"/>
                    </a:lnTo>
                    <a:lnTo>
                      <a:pt x="535" y="387"/>
                    </a:lnTo>
                    <a:lnTo>
                      <a:pt x="540" y="384"/>
                    </a:lnTo>
                    <a:lnTo>
                      <a:pt x="544" y="381"/>
                    </a:lnTo>
                    <a:lnTo>
                      <a:pt x="550" y="377"/>
                    </a:lnTo>
                    <a:lnTo>
                      <a:pt x="554" y="373"/>
                    </a:lnTo>
                    <a:lnTo>
                      <a:pt x="557" y="370"/>
                    </a:lnTo>
                    <a:lnTo>
                      <a:pt x="560" y="365"/>
                    </a:lnTo>
                    <a:lnTo>
                      <a:pt x="564" y="360"/>
                    </a:lnTo>
                    <a:lnTo>
                      <a:pt x="567" y="355"/>
                    </a:lnTo>
                    <a:lnTo>
                      <a:pt x="568" y="350"/>
                    </a:lnTo>
                    <a:lnTo>
                      <a:pt x="570" y="343"/>
                    </a:lnTo>
                    <a:lnTo>
                      <a:pt x="571" y="338"/>
                    </a:lnTo>
                    <a:lnTo>
                      <a:pt x="571" y="331"/>
                    </a:lnTo>
                    <a:lnTo>
                      <a:pt x="570" y="322"/>
                    </a:lnTo>
                    <a:lnTo>
                      <a:pt x="568" y="312"/>
                    </a:lnTo>
                    <a:lnTo>
                      <a:pt x="565" y="304"/>
                    </a:lnTo>
                    <a:lnTo>
                      <a:pt x="559" y="296"/>
                    </a:lnTo>
                    <a:lnTo>
                      <a:pt x="710" y="115"/>
                    </a:lnTo>
                    <a:lnTo>
                      <a:pt x="717" y="117"/>
                    </a:lnTo>
                    <a:lnTo>
                      <a:pt x="723" y="119"/>
                    </a:lnTo>
                    <a:lnTo>
                      <a:pt x="730" y="120"/>
                    </a:lnTo>
                    <a:lnTo>
                      <a:pt x="736" y="120"/>
                    </a:lnTo>
                    <a:lnTo>
                      <a:pt x="742" y="120"/>
                    </a:lnTo>
                    <a:lnTo>
                      <a:pt x="749" y="119"/>
                    </a:lnTo>
                    <a:lnTo>
                      <a:pt x="754" y="118"/>
                    </a:lnTo>
                    <a:lnTo>
                      <a:pt x="760" y="116"/>
                    </a:lnTo>
                    <a:lnTo>
                      <a:pt x="765" y="114"/>
                    </a:lnTo>
                    <a:lnTo>
                      <a:pt x="770" y="111"/>
                    </a:lnTo>
                    <a:lnTo>
                      <a:pt x="775" y="106"/>
                    </a:lnTo>
                    <a:lnTo>
                      <a:pt x="779" y="103"/>
                    </a:lnTo>
                    <a:lnTo>
                      <a:pt x="783" y="99"/>
                    </a:lnTo>
                    <a:lnTo>
                      <a:pt x="786" y="95"/>
                    </a:lnTo>
                    <a:lnTo>
                      <a:pt x="790" y="89"/>
                    </a:lnTo>
                    <a:lnTo>
                      <a:pt x="792" y="84"/>
                    </a:lnTo>
                    <a:lnTo>
                      <a:pt x="794" y="79"/>
                    </a:lnTo>
                    <a:lnTo>
                      <a:pt x="795" y="73"/>
                    </a:lnTo>
                    <a:lnTo>
                      <a:pt x="796" y="67"/>
                    </a:lnTo>
                    <a:lnTo>
                      <a:pt x="796" y="60"/>
                    </a:lnTo>
                    <a:lnTo>
                      <a:pt x="796" y="54"/>
                    </a:lnTo>
                    <a:lnTo>
                      <a:pt x="795" y="49"/>
                    </a:lnTo>
                    <a:lnTo>
                      <a:pt x="794" y="43"/>
                    </a:lnTo>
                    <a:lnTo>
                      <a:pt x="792" y="37"/>
                    </a:lnTo>
                    <a:lnTo>
                      <a:pt x="790" y="31"/>
                    </a:lnTo>
                    <a:lnTo>
                      <a:pt x="786" y="27"/>
                    </a:lnTo>
                    <a:lnTo>
                      <a:pt x="783" y="23"/>
                    </a:lnTo>
                    <a:lnTo>
                      <a:pt x="779" y="19"/>
                    </a:lnTo>
                    <a:lnTo>
                      <a:pt x="775" y="14"/>
                    </a:lnTo>
                    <a:lnTo>
                      <a:pt x="770" y="11"/>
                    </a:lnTo>
                    <a:lnTo>
                      <a:pt x="765" y="8"/>
                    </a:lnTo>
                    <a:lnTo>
                      <a:pt x="760" y="5"/>
                    </a:lnTo>
                    <a:lnTo>
                      <a:pt x="754" y="4"/>
                    </a:lnTo>
                    <a:lnTo>
                      <a:pt x="749" y="1"/>
                    </a:lnTo>
                    <a:lnTo>
                      <a:pt x="742" y="0"/>
                    </a:lnTo>
                    <a:lnTo>
                      <a:pt x="736" y="0"/>
                    </a:lnTo>
                    <a:lnTo>
                      <a:pt x="731" y="0"/>
                    </a:lnTo>
                    <a:lnTo>
                      <a:pt x="724" y="1"/>
                    </a:lnTo>
                    <a:lnTo>
                      <a:pt x="719" y="4"/>
                    </a:lnTo>
                    <a:lnTo>
                      <a:pt x="712" y="5"/>
                    </a:lnTo>
                    <a:lnTo>
                      <a:pt x="708" y="8"/>
                    </a:lnTo>
                    <a:lnTo>
                      <a:pt x="703" y="11"/>
                    </a:lnTo>
                    <a:lnTo>
                      <a:pt x="698" y="14"/>
                    </a:lnTo>
                    <a:lnTo>
                      <a:pt x="694" y="19"/>
                    </a:lnTo>
                    <a:lnTo>
                      <a:pt x="690" y="22"/>
                    </a:lnTo>
                    <a:lnTo>
                      <a:pt x="687" y="27"/>
                    </a:lnTo>
                    <a:lnTo>
                      <a:pt x="683" y="31"/>
                    </a:lnTo>
                    <a:lnTo>
                      <a:pt x="681" y="37"/>
                    </a:lnTo>
                    <a:lnTo>
                      <a:pt x="679" y="43"/>
                    </a:lnTo>
                    <a:lnTo>
                      <a:pt x="677" y="49"/>
                    </a:lnTo>
                    <a:lnTo>
                      <a:pt x="676" y="54"/>
                    </a:lnTo>
                    <a:lnTo>
                      <a:pt x="676" y="60"/>
                    </a:lnTo>
                    <a:lnTo>
                      <a:pt x="677" y="70"/>
                    </a:lnTo>
                    <a:lnTo>
                      <a:pt x="679" y="80"/>
                    </a:lnTo>
                    <a:lnTo>
                      <a:pt x="682" y="88"/>
                    </a:lnTo>
                    <a:lnTo>
                      <a:pt x="688" y="96"/>
                    </a:lnTo>
                    <a:lnTo>
                      <a:pt x="537" y="277"/>
                    </a:lnTo>
                    <a:lnTo>
                      <a:pt x="530" y="275"/>
                    </a:lnTo>
                    <a:lnTo>
                      <a:pt x="524" y="272"/>
                    </a:lnTo>
                    <a:lnTo>
                      <a:pt x="517" y="271"/>
                    </a:lnTo>
                    <a:lnTo>
                      <a:pt x="511" y="271"/>
                    </a:lnTo>
                    <a:lnTo>
                      <a:pt x="504" y="271"/>
                    </a:lnTo>
                    <a:lnTo>
                      <a:pt x="496" y="272"/>
                    </a:lnTo>
                    <a:lnTo>
                      <a:pt x="490" y="275"/>
                    </a:lnTo>
                    <a:lnTo>
                      <a:pt x="483" y="278"/>
                    </a:lnTo>
                    <a:lnTo>
                      <a:pt x="478" y="281"/>
                    </a:lnTo>
                    <a:lnTo>
                      <a:pt x="472" y="285"/>
                    </a:lnTo>
                    <a:lnTo>
                      <a:pt x="467" y="291"/>
                    </a:lnTo>
                    <a:lnTo>
                      <a:pt x="463" y="296"/>
                    </a:lnTo>
                    <a:lnTo>
                      <a:pt x="345" y="249"/>
                    </a:lnTo>
                    <a:lnTo>
                      <a:pt x="345" y="245"/>
                    </a:lnTo>
                    <a:lnTo>
                      <a:pt x="345" y="241"/>
                    </a:lnTo>
                    <a:lnTo>
                      <a:pt x="345" y="235"/>
                    </a:lnTo>
                    <a:lnTo>
                      <a:pt x="344" y="229"/>
                    </a:lnTo>
                    <a:lnTo>
                      <a:pt x="343" y="223"/>
                    </a:lnTo>
                    <a:lnTo>
                      <a:pt x="341" y="218"/>
                    </a:lnTo>
                    <a:lnTo>
                      <a:pt x="339" y="212"/>
                    </a:lnTo>
                    <a:lnTo>
                      <a:pt x="335" y="207"/>
                    </a:lnTo>
                    <a:lnTo>
                      <a:pt x="332" y="203"/>
                    </a:lnTo>
                    <a:lnTo>
                      <a:pt x="328" y="199"/>
                    </a:lnTo>
                    <a:lnTo>
                      <a:pt x="324" y="194"/>
                    </a:lnTo>
                    <a:lnTo>
                      <a:pt x="319" y="191"/>
                    </a:lnTo>
                    <a:lnTo>
                      <a:pt x="314" y="188"/>
                    </a:lnTo>
                    <a:lnTo>
                      <a:pt x="309" y="186"/>
                    </a:lnTo>
                    <a:lnTo>
                      <a:pt x="303" y="184"/>
                    </a:lnTo>
                    <a:lnTo>
                      <a:pt x="298" y="182"/>
                    </a:lnTo>
                    <a:lnTo>
                      <a:pt x="291" y="181"/>
                    </a:lnTo>
                    <a:lnTo>
                      <a:pt x="285" y="180"/>
                    </a:lnTo>
                    <a:lnTo>
                      <a:pt x="280" y="181"/>
                    </a:lnTo>
                    <a:lnTo>
                      <a:pt x="273" y="182"/>
                    </a:lnTo>
                    <a:lnTo>
                      <a:pt x="268" y="184"/>
                    </a:lnTo>
                    <a:lnTo>
                      <a:pt x="261" y="186"/>
                    </a:lnTo>
                    <a:lnTo>
                      <a:pt x="257" y="188"/>
                    </a:lnTo>
                    <a:lnTo>
                      <a:pt x="252" y="191"/>
                    </a:lnTo>
                    <a:lnTo>
                      <a:pt x="247" y="194"/>
                    </a:lnTo>
                    <a:lnTo>
                      <a:pt x="243" y="199"/>
                    </a:lnTo>
                    <a:lnTo>
                      <a:pt x="239" y="203"/>
                    </a:lnTo>
                    <a:lnTo>
                      <a:pt x="236" y="207"/>
                    </a:lnTo>
                    <a:lnTo>
                      <a:pt x="232" y="212"/>
                    </a:lnTo>
                    <a:lnTo>
                      <a:pt x="230" y="218"/>
                    </a:lnTo>
                    <a:lnTo>
                      <a:pt x="228" y="223"/>
                    </a:lnTo>
                    <a:lnTo>
                      <a:pt x="226" y="229"/>
                    </a:lnTo>
                    <a:lnTo>
                      <a:pt x="225" y="235"/>
                    </a:lnTo>
                    <a:lnTo>
                      <a:pt x="225" y="241"/>
                    </a:lnTo>
                    <a:lnTo>
                      <a:pt x="226" y="248"/>
                    </a:lnTo>
                    <a:lnTo>
                      <a:pt x="227" y="255"/>
                    </a:lnTo>
                    <a:lnTo>
                      <a:pt x="229" y="262"/>
                    </a:lnTo>
                    <a:lnTo>
                      <a:pt x="231" y="267"/>
                    </a:lnTo>
                    <a:lnTo>
                      <a:pt x="94" y="387"/>
                    </a:lnTo>
                    <a:lnTo>
                      <a:pt x="86" y="383"/>
                    </a:lnTo>
                    <a:lnTo>
                      <a:pt x="78" y="380"/>
                    </a:lnTo>
                    <a:lnTo>
                      <a:pt x="69" y="377"/>
                    </a:lnTo>
                    <a:lnTo>
                      <a:pt x="60" y="376"/>
                    </a:lnTo>
                    <a:lnTo>
                      <a:pt x="54" y="376"/>
                    </a:lnTo>
                    <a:lnTo>
                      <a:pt x="47" y="377"/>
                    </a:lnTo>
                    <a:lnTo>
                      <a:pt x="42" y="379"/>
                    </a:lnTo>
                    <a:lnTo>
                      <a:pt x="36" y="381"/>
                    </a:lnTo>
                    <a:lnTo>
                      <a:pt x="31" y="384"/>
                    </a:lnTo>
                    <a:lnTo>
                      <a:pt x="26" y="387"/>
                    </a:lnTo>
                    <a:lnTo>
                      <a:pt x="21" y="390"/>
                    </a:lnTo>
                    <a:lnTo>
                      <a:pt x="17" y="394"/>
                    </a:lnTo>
                    <a:lnTo>
                      <a:pt x="13" y="398"/>
                    </a:lnTo>
                    <a:lnTo>
                      <a:pt x="10" y="403"/>
                    </a:lnTo>
                    <a:lnTo>
                      <a:pt x="6" y="407"/>
                    </a:lnTo>
                    <a:lnTo>
                      <a:pt x="4" y="413"/>
                    </a:lnTo>
                    <a:lnTo>
                      <a:pt x="2" y="418"/>
                    </a:lnTo>
                    <a:lnTo>
                      <a:pt x="1" y="425"/>
                    </a:lnTo>
                    <a:lnTo>
                      <a:pt x="0" y="430"/>
                    </a:lnTo>
                    <a:lnTo>
                      <a:pt x="0" y="436"/>
                    </a:lnTo>
                    <a:lnTo>
                      <a:pt x="0" y="443"/>
                    </a:lnTo>
                    <a:lnTo>
                      <a:pt x="1" y="448"/>
                    </a:lnTo>
                    <a:lnTo>
                      <a:pt x="2" y="455"/>
                    </a:lnTo>
                    <a:lnTo>
                      <a:pt x="4" y="460"/>
                    </a:lnTo>
                    <a:lnTo>
                      <a:pt x="6" y="465"/>
                    </a:lnTo>
                    <a:lnTo>
                      <a:pt x="10" y="470"/>
                    </a:lnTo>
                    <a:lnTo>
                      <a:pt x="13" y="475"/>
                    </a:lnTo>
                    <a:lnTo>
                      <a:pt x="17" y="479"/>
                    </a:lnTo>
                    <a:lnTo>
                      <a:pt x="21" y="482"/>
                    </a:lnTo>
                    <a:lnTo>
                      <a:pt x="26" y="487"/>
                    </a:lnTo>
                    <a:lnTo>
                      <a:pt x="31" y="489"/>
                    </a:lnTo>
                    <a:lnTo>
                      <a:pt x="36" y="492"/>
                    </a:lnTo>
                    <a:lnTo>
                      <a:pt x="42" y="494"/>
                    </a:lnTo>
                    <a:lnTo>
                      <a:pt x="47" y="495"/>
                    </a:lnTo>
                    <a:lnTo>
                      <a:pt x="54" y="496"/>
                    </a:lnTo>
                    <a:lnTo>
                      <a:pt x="60" y="496"/>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595959"/>
                  </a:buClr>
                  <a:buSzPts val="1800"/>
                  <a:buFont typeface="Trebuchet MS"/>
                  <a:buNone/>
                  <a:tabLst/>
                  <a:defRPr/>
                </a:pPr>
                <a:endParaRPr kumimoji="0" sz="1800" b="0" i="0" u="none" strike="noStrike" kern="0" cap="none" spc="0" normalizeH="0" baseline="0" noProof="0">
                  <a:ln>
                    <a:noFill/>
                  </a:ln>
                  <a:solidFill>
                    <a:srgbClr val="595959"/>
                  </a:solidFill>
                  <a:effectLst/>
                  <a:uLnTx/>
                  <a:uFillTx/>
                  <a:latin typeface="Trebuchet MS"/>
                  <a:ea typeface="Trebuchet MS"/>
                  <a:cs typeface="Trebuchet MS"/>
                  <a:sym typeface="Trebuchet MS"/>
                </a:endParaRPr>
              </a:p>
            </p:txBody>
          </p:sp>
        </p:grpSp>
      </p:grpSp>
      <p:grpSp>
        <p:nvGrpSpPr>
          <p:cNvPr id="19" name="Google Shape;363;p7">
            <a:extLst>
              <a:ext uri="{FF2B5EF4-FFF2-40B4-BE49-F238E27FC236}">
                <a16:creationId xmlns:a16="http://schemas.microsoft.com/office/drawing/2014/main" id="{BFC74658-4CC0-306B-AF2D-A305E777689A}"/>
              </a:ext>
            </a:extLst>
          </p:cNvPr>
          <p:cNvGrpSpPr/>
          <p:nvPr/>
        </p:nvGrpSpPr>
        <p:grpSpPr>
          <a:xfrm>
            <a:off x="939800" y="4531815"/>
            <a:ext cx="4062099" cy="1089529"/>
            <a:chOff x="647700" y="4914085"/>
            <a:chExt cx="4062099" cy="1089529"/>
          </a:xfrm>
        </p:grpSpPr>
        <p:sp>
          <p:nvSpPr>
            <p:cNvPr id="20" name="Google Shape;364;p7">
              <a:extLst>
                <a:ext uri="{FF2B5EF4-FFF2-40B4-BE49-F238E27FC236}">
                  <a16:creationId xmlns:a16="http://schemas.microsoft.com/office/drawing/2014/main" id="{BE348BFB-3C42-E61B-4D19-28A75DA3559F}"/>
                </a:ext>
              </a:extLst>
            </p:cNvPr>
            <p:cNvSpPr txBox="1"/>
            <p:nvPr/>
          </p:nvSpPr>
          <p:spPr>
            <a:xfrm>
              <a:off x="1909555" y="4914085"/>
              <a:ext cx="2800244" cy="1089529"/>
            </a:xfrm>
            <a:prstGeom prst="rect">
              <a:avLst/>
            </a:prstGeom>
            <a:noFill/>
            <a:ln>
              <a:noFill/>
            </a:ln>
          </p:spPr>
          <p:txBody>
            <a:bodyPr spcFirstLastPara="1" wrap="square" lIns="0" tIns="0" rIns="0" bIns="0" anchor="ctr" anchorCtr="0">
              <a:spAutoFit/>
            </a:bodyPr>
            <a:lstStyle/>
            <a:p>
              <a:pPr marL="0" marR="0" lvl="0" indent="0" algn="l" defTabSz="914400" rtl="0" eaLnBrk="1" fontAlgn="auto" latinLnBrk="0" hangingPunct="1">
                <a:lnSpc>
                  <a:spcPct val="90000"/>
                </a:lnSpc>
                <a:spcBef>
                  <a:spcPts val="0"/>
                </a:spcBef>
                <a:spcAft>
                  <a:spcPts val="0"/>
                </a:spcAft>
                <a:buClr>
                  <a:srgbClr val="58595B"/>
                </a:buClr>
                <a:buSzPts val="3200"/>
                <a:buFont typeface="Arial"/>
                <a:buNone/>
                <a:tabLst/>
                <a:defRPr/>
              </a:pPr>
              <a:r>
                <a:rPr kumimoji="0" lang="en-US" sz="3200" b="1" i="1" u="none" strike="noStrike" kern="0" cap="none" spc="0" normalizeH="0" baseline="0" noProof="0">
                  <a:ln>
                    <a:noFill/>
                  </a:ln>
                  <a:solidFill>
                    <a:srgbClr val="58595B"/>
                  </a:solidFill>
                  <a:effectLst/>
                  <a:uLnTx/>
                  <a:uFillTx/>
                  <a:latin typeface="Trebuchet MS"/>
                  <a:ea typeface="Trebuchet MS"/>
                  <a:cs typeface="Trebuchet MS"/>
                  <a:sym typeface="Trebuchet MS"/>
                </a:rPr>
                <a:t>54</a:t>
              </a:r>
              <a:endParaRPr kumimoji="0" sz="1400" b="0" i="1"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3F3F3F"/>
                </a:buClr>
                <a:buSzPts val="1400"/>
                <a:buFont typeface="Arial"/>
                <a:buNone/>
                <a:tabLst/>
                <a:defRPr/>
              </a:pPr>
              <a:r>
                <a:rPr lang="en-US" sz="1400" i="1" kern="0">
                  <a:solidFill>
                    <a:srgbClr val="3F3F3F"/>
                  </a:solidFill>
                  <a:latin typeface="Trebuchet MS"/>
                  <a:cs typeface="Arial"/>
                  <a:sym typeface="Trebuchet MS"/>
                </a:rPr>
                <a:t>African nations where MedAxis deploys via any MOSIP-compatible national ID system — same stack, same protocol, different country registry</a:t>
              </a:r>
              <a:endParaRPr kumimoji="0" sz="1400" b="0" i="1" u="none" strike="noStrike" kern="0" cap="none" spc="0" normalizeH="0" baseline="0" noProof="0">
                <a:ln>
                  <a:noFill/>
                </a:ln>
                <a:solidFill>
                  <a:srgbClr val="000000"/>
                </a:solidFill>
                <a:effectLst/>
                <a:uLnTx/>
                <a:uFillTx/>
                <a:latin typeface="Arial"/>
                <a:cs typeface="Arial"/>
                <a:sym typeface="Arial"/>
              </a:endParaRPr>
            </a:p>
          </p:txBody>
        </p:sp>
        <p:sp>
          <p:nvSpPr>
            <p:cNvPr id="21" name="Google Shape;365;p7">
              <a:extLst>
                <a:ext uri="{FF2B5EF4-FFF2-40B4-BE49-F238E27FC236}">
                  <a16:creationId xmlns:a16="http://schemas.microsoft.com/office/drawing/2014/main" id="{0690AB04-CE72-621A-7C23-163C4B1C18E1}"/>
                </a:ext>
              </a:extLst>
            </p:cNvPr>
            <p:cNvSpPr/>
            <p:nvPr/>
          </p:nvSpPr>
          <p:spPr>
            <a:xfrm>
              <a:off x="647700" y="5007999"/>
              <a:ext cx="901700" cy="901700"/>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Trebuchet MS"/>
                <a:buNone/>
                <a:tabLst/>
                <a:defRPr/>
              </a:pPr>
              <a:endParaRPr kumimoji="0" sz="1800" b="0" i="0" u="none" strike="noStrike" kern="0" cap="none" spc="0" normalizeH="0" baseline="0" noProof="0">
                <a:ln>
                  <a:noFill/>
                </a:ln>
                <a:solidFill>
                  <a:srgbClr val="FFFFFF"/>
                </a:solidFill>
                <a:effectLst/>
                <a:uLnTx/>
                <a:uFillTx/>
                <a:latin typeface="Trebuchet MS"/>
                <a:ea typeface="Trebuchet MS"/>
                <a:cs typeface="Trebuchet MS"/>
                <a:sym typeface="Trebuchet MS"/>
              </a:endParaRPr>
            </a:p>
          </p:txBody>
        </p:sp>
        <p:grpSp>
          <p:nvGrpSpPr>
            <p:cNvPr id="22" name="Google Shape;366;p7">
              <a:extLst>
                <a:ext uri="{FF2B5EF4-FFF2-40B4-BE49-F238E27FC236}">
                  <a16:creationId xmlns:a16="http://schemas.microsoft.com/office/drawing/2014/main" id="{760BE775-BB48-DF91-D5D1-345FFDB05FF5}"/>
                </a:ext>
              </a:extLst>
            </p:cNvPr>
            <p:cNvGrpSpPr/>
            <p:nvPr/>
          </p:nvGrpSpPr>
          <p:grpSpPr>
            <a:xfrm>
              <a:off x="880339" y="5241863"/>
              <a:ext cx="436424" cy="433972"/>
              <a:chOff x="5468938" y="1920875"/>
              <a:chExt cx="282575" cy="280988"/>
            </a:xfrm>
          </p:grpSpPr>
          <p:sp>
            <p:nvSpPr>
              <p:cNvPr id="23" name="Google Shape;367;p7">
                <a:extLst>
                  <a:ext uri="{FF2B5EF4-FFF2-40B4-BE49-F238E27FC236}">
                    <a16:creationId xmlns:a16="http://schemas.microsoft.com/office/drawing/2014/main" id="{5BBCA9BB-9637-6FE6-FA2B-6AD2F30431A2}"/>
                  </a:ext>
                </a:extLst>
              </p:cNvPr>
              <p:cNvSpPr/>
              <p:nvPr/>
            </p:nvSpPr>
            <p:spPr>
              <a:xfrm>
                <a:off x="5468938" y="1920875"/>
                <a:ext cx="130175" cy="128588"/>
              </a:xfrm>
              <a:custGeom>
                <a:avLst/>
                <a:gdLst/>
                <a:ahLst/>
                <a:cxnLst/>
                <a:rect l="l" t="t" r="r" b="b"/>
                <a:pathLst>
                  <a:path w="407" h="406" extrusionOk="0">
                    <a:moveTo>
                      <a:pt x="30" y="376"/>
                    </a:moveTo>
                    <a:lnTo>
                      <a:pt x="30" y="375"/>
                    </a:lnTo>
                    <a:lnTo>
                      <a:pt x="31" y="369"/>
                    </a:lnTo>
                    <a:lnTo>
                      <a:pt x="32" y="364"/>
                    </a:lnTo>
                    <a:lnTo>
                      <a:pt x="36" y="359"/>
                    </a:lnTo>
                    <a:lnTo>
                      <a:pt x="39" y="354"/>
                    </a:lnTo>
                    <a:lnTo>
                      <a:pt x="42" y="350"/>
                    </a:lnTo>
                    <a:lnTo>
                      <a:pt x="46" y="346"/>
                    </a:lnTo>
                    <a:lnTo>
                      <a:pt x="51" y="343"/>
                    </a:lnTo>
                    <a:lnTo>
                      <a:pt x="56" y="342"/>
                    </a:lnTo>
                    <a:lnTo>
                      <a:pt x="166" y="311"/>
                    </a:lnTo>
                    <a:lnTo>
                      <a:pt x="166" y="271"/>
                    </a:lnTo>
                    <a:lnTo>
                      <a:pt x="175" y="274"/>
                    </a:lnTo>
                    <a:lnTo>
                      <a:pt x="186" y="276"/>
                    </a:lnTo>
                    <a:lnTo>
                      <a:pt x="195" y="277"/>
                    </a:lnTo>
                    <a:lnTo>
                      <a:pt x="205" y="278"/>
                    </a:lnTo>
                    <a:lnTo>
                      <a:pt x="215" y="277"/>
                    </a:lnTo>
                    <a:lnTo>
                      <a:pt x="223" y="276"/>
                    </a:lnTo>
                    <a:lnTo>
                      <a:pt x="233" y="275"/>
                    </a:lnTo>
                    <a:lnTo>
                      <a:pt x="241" y="272"/>
                    </a:lnTo>
                    <a:lnTo>
                      <a:pt x="241" y="311"/>
                    </a:lnTo>
                    <a:lnTo>
                      <a:pt x="354" y="340"/>
                    </a:lnTo>
                    <a:lnTo>
                      <a:pt x="358" y="343"/>
                    </a:lnTo>
                    <a:lnTo>
                      <a:pt x="363" y="346"/>
                    </a:lnTo>
                    <a:lnTo>
                      <a:pt x="367" y="349"/>
                    </a:lnTo>
                    <a:lnTo>
                      <a:pt x="370" y="353"/>
                    </a:lnTo>
                    <a:lnTo>
                      <a:pt x="373" y="359"/>
                    </a:lnTo>
                    <a:lnTo>
                      <a:pt x="374" y="364"/>
                    </a:lnTo>
                    <a:lnTo>
                      <a:pt x="377" y="369"/>
                    </a:lnTo>
                    <a:lnTo>
                      <a:pt x="377" y="376"/>
                    </a:lnTo>
                    <a:lnTo>
                      <a:pt x="239" y="376"/>
                    </a:lnTo>
                    <a:lnTo>
                      <a:pt x="202" y="376"/>
                    </a:lnTo>
                    <a:lnTo>
                      <a:pt x="30" y="376"/>
                    </a:lnTo>
                    <a:close/>
                    <a:moveTo>
                      <a:pt x="106" y="139"/>
                    </a:moveTo>
                    <a:lnTo>
                      <a:pt x="106" y="138"/>
                    </a:lnTo>
                    <a:lnTo>
                      <a:pt x="106" y="136"/>
                    </a:lnTo>
                    <a:lnTo>
                      <a:pt x="120" y="140"/>
                    </a:lnTo>
                    <a:lnTo>
                      <a:pt x="134" y="142"/>
                    </a:lnTo>
                    <a:lnTo>
                      <a:pt x="149" y="142"/>
                    </a:lnTo>
                    <a:lnTo>
                      <a:pt x="164" y="141"/>
                    </a:lnTo>
                    <a:lnTo>
                      <a:pt x="179" y="139"/>
                    </a:lnTo>
                    <a:lnTo>
                      <a:pt x="193" y="134"/>
                    </a:lnTo>
                    <a:lnTo>
                      <a:pt x="208" y="127"/>
                    </a:lnTo>
                    <a:lnTo>
                      <a:pt x="221" y="119"/>
                    </a:lnTo>
                    <a:lnTo>
                      <a:pt x="226" y="124"/>
                    </a:lnTo>
                    <a:lnTo>
                      <a:pt x="232" y="128"/>
                    </a:lnTo>
                    <a:lnTo>
                      <a:pt x="237" y="131"/>
                    </a:lnTo>
                    <a:lnTo>
                      <a:pt x="243" y="135"/>
                    </a:lnTo>
                    <a:lnTo>
                      <a:pt x="249" y="138"/>
                    </a:lnTo>
                    <a:lnTo>
                      <a:pt x="255" y="140"/>
                    </a:lnTo>
                    <a:lnTo>
                      <a:pt x="262" y="142"/>
                    </a:lnTo>
                    <a:lnTo>
                      <a:pt x="269" y="143"/>
                    </a:lnTo>
                    <a:lnTo>
                      <a:pt x="276" y="144"/>
                    </a:lnTo>
                    <a:lnTo>
                      <a:pt x="282" y="144"/>
                    </a:lnTo>
                    <a:lnTo>
                      <a:pt x="293" y="143"/>
                    </a:lnTo>
                    <a:lnTo>
                      <a:pt x="304" y="141"/>
                    </a:lnTo>
                    <a:lnTo>
                      <a:pt x="304" y="152"/>
                    </a:lnTo>
                    <a:lnTo>
                      <a:pt x="302" y="162"/>
                    </a:lnTo>
                    <a:lnTo>
                      <a:pt x="299" y="173"/>
                    </a:lnTo>
                    <a:lnTo>
                      <a:pt x="296" y="183"/>
                    </a:lnTo>
                    <a:lnTo>
                      <a:pt x="292" y="191"/>
                    </a:lnTo>
                    <a:lnTo>
                      <a:pt x="287" y="201"/>
                    </a:lnTo>
                    <a:lnTo>
                      <a:pt x="281" y="209"/>
                    </a:lnTo>
                    <a:lnTo>
                      <a:pt x="275" y="216"/>
                    </a:lnTo>
                    <a:lnTo>
                      <a:pt x="267" y="224"/>
                    </a:lnTo>
                    <a:lnTo>
                      <a:pt x="260" y="230"/>
                    </a:lnTo>
                    <a:lnTo>
                      <a:pt x="252" y="235"/>
                    </a:lnTo>
                    <a:lnTo>
                      <a:pt x="244" y="240"/>
                    </a:lnTo>
                    <a:lnTo>
                      <a:pt x="234" y="243"/>
                    </a:lnTo>
                    <a:lnTo>
                      <a:pt x="225" y="246"/>
                    </a:lnTo>
                    <a:lnTo>
                      <a:pt x="216" y="247"/>
                    </a:lnTo>
                    <a:lnTo>
                      <a:pt x="205" y="248"/>
                    </a:lnTo>
                    <a:lnTo>
                      <a:pt x="195" y="247"/>
                    </a:lnTo>
                    <a:lnTo>
                      <a:pt x="186" y="245"/>
                    </a:lnTo>
                    <a:lnTo>
                      <a:pt x="176" y="243"/>
                    </a:lnTo>
                    <a:lnTo>
                      <a:pt x="166" y="240"/>
                    </a:lnTo>
                    <a:lnTo>
                      <a:pt x="158" y="234"/>
                    </a:lnTo>
                    <a:lnTo>
                      <a:pt x="150" y="229"/>
                    </a:lnTo>
                    <a:lnTo>
                      <a:pt x="143" y="223"/>
                    </a:lnTo>
                    <a:lnTo>
                      <a:pt x="135" y="216"/>
                    </a:lnTo>
                    <a:lnTo>
                      <a:pt x="129" y="208"/>
                    </a:lnTo>
                    <a:lnTo>
                      <a:pt x="124" y="200"/>
                    </a:lnTo>
                    <a:lnTo>
                      <a:pt x="118" y="190"/>
                    </a:lnTo>
                    <a:lnTo>
                      <a:pt x="114" y="181"/>
                    </a:lnTo>
                    <a:lnTo>
                      <a:pt x="111" y="171"/>
                    </a:lnTo>
                    <a:lnTo>
                      <a:pt x="109" y="160"/>
                    </a:lnTo>
                    <a:lnTo>
                      <a:pt x="107" y="150"/>
                    </a:lnTo>
                    <a:lnTo>
                      <a:pt x="106" y="139"/>
                    </a:lnTo>
                    <a:close/>
                    <a:moveTo>
                      <a:pt x="205" y="30"/>
                    </a:moveTo>
                    <a:lnTo>
                      <a:pt x="214" y="30"/>
                    </a:lnTo>
                    <a:lnTo>
                      <a:pt x="222" y="32"/>
                    </a:lnTo>
                    <a:lnTo>
                      <a:pt x="230" y="33"/>
                    </a:lnTo>
                    <a:lnTo>
                      <a:pt x="238" y="36"/>
                    </a:lnTo>
                    <a:lnTo>
                      <a:pt x="246" y="39"/>
                    </a:lnTo>
                    <a:lnTo>
                      <a:pt x="252" y="43"/>
                    </a:lnTo>
                    <a:lnTo>
                      <a:pt x="260" y="48"/>
                    </a:lnTo>
                    <a:lnTo>
                      <a:pt x="266" y="53"/>
                    </a:lnTo>
                    <a:lnTo>
                      <a:pt x="271" y="58"/>
                    </a:lnTo>
                    <a:lnTo>
                      <a:pt x="278" y="65"/>
                    </a:lnTo>
                    <a:lnTo>
                      <a:pt x="282" y="71"/>
                    </a:lnTo>
                    <a:lnTo>
                      <a:pt x="288" y="78"/>
                    </a:lnTo>
                    <a:lnTo>
                      <a:pt x="292" y="85"/>
                    </a:lnTo>
                    <a:lnTo>
                      <a:pt x="295" y="94"/>
                    </a:lnTo>
                    <a:lnTo>
                      <a:pt x="298" y="102"/>
                    </a:lnTo>
                    <a:lnTo>
                      <a:pt x="300" y="110"/>
                    </a:lnTo>
                    <a:lnTo>
                      <a:pt x="295" y="112"/>
                    </a:lnTo>
                    <a:lnTo>
                      <a:pt x="289" y="113"/>
                    </a:lnTo>
                    <a:lnTo>
                      <a:pt x="281" y="114"/>
                    </a:lnTo>
                    <a:lnTo>
                      <a:pt x="274" y="113"/>
                    </a:lnTo>
                    <a:lnTo>
                      <a:pt x="265" y="112"/>
                    </a:lnTo>
                    <a:lnTo>
                      <a:pt x="255" y="108"/>
                    </a:lnTo>
                    <a:lnTo>
                      <a:pt x="250" y="105"/>
                    </a:lnTo>
                    <a:lnTo>
                      <a:pt x="246" y="100"/>
                    </a:lnTo>
                    <a:lnTo>
                      <a:pt x="241" y="96"/>
                    </a:lnTo>
                    <a:lnTo>
                      <a:pt x="237" y="90"/>
                    </a:lnTo>
                    <a:lnTo>
                      <a:pt x="235" y="87"/>
                    </a:lnTo>
                    <a:lnTo>
                      <a:pt x="233" y="84"/>
                    </a:lnTo>
                    <a:lnTo>
                      <a:pt x="230" y="83"/>
                    </a:lnTo>
                    <a:lnTo>
                      <a:pt x="226" y="82"/>
                    </a:lnTo>
                    <a:lnTo>
                      <a:pt x="223" y="82"/>
                    </a:lnTo>
                    <a:lnTo>
                      <a:pt x="220" y="83"/>
                    </a:lnTo>
                    <a:lnTo>
                      <a:pt x="217" y="84"/>
                    </a:lnTo>
                    <a:lnTo>
                      <a:pt x="214" y="86"/>
                    </a:lnTo>
                    <a:lnTo>
                      <a:pt x="208" y="92"/>
                    </a:lnTo>
                    <a:lnTo>
                      <a:pt x="202" y="96"/>
                    </a:lnTo>
                    <a:lnTo>
                      <a:pt x="195" y="100"/>
                    </a:lnTo>
                    <a:lnTo>
                      <a:pt x="189" y="104"/>
                    </a:lnTo>
                    <a:lnTo>
                      <a:pt x="181" y="107"/>
                    </a:lnTo>
                    <a:lnTo>
                      <a:pt x="175" y="109"/>
                    </a:lnTo>
                    <a:lnTo>
                      <a:pt x="167" y="111"/>
                    </a:lnTo>
                    <a:lnTo>
                      <a:pt x="161" y="112"/>
                    </a:lnTo>
                    <a:lnTo>
                      <a:pt x="147" y="113"/>
                    </a:lnTo>
                    <a:lnTo>
                      <a:pt x="134" y="112"/>
                    </a:lnTo>
                    <a:lnTo>
                      <a:pt x="121" y="110"/>
                    </a:lnTo>
                    <a:lnTo>
                      <a:pt x="111" y="106"/>
                    </a:lnTo>
                    <a:lnTo>
                      <a:pt x="114" y="97"/>
                    </a:lnTo>
                    <a:lnTo>
                      <a:pt x="117" y="90"/>
                    </a:lnTo>
                    <a:lnTo>
                      <a:pt x="121" y="82"/>
                    </a:lnTo>
                    <a:lnTo>
                      <a:pt x="125" y="76"/>
                    </a:lnTo>
                    <a:lnTo>
                      <a:pt x="130" y="68"/>
                    </a:lnTo>
                    <a:lnTo>
                      <a:pt x="135" y="63"/>
                    </a:lnTo>
                    <a:lnTo>
                      <a:pt x="141" y="56"/>
                    </a:lnTo>
                    <a:lnTo>
                      <a:pt x="146" y="51"/>
                    </a:lnTo>
                    <a:lnTo>
                      <a:pt x="152" y="47"/>
                    </a:lnTo>
                    <a:lnTo>
                      <a:pt x="160" y="42"/>
                    </a:lnTo>
                    <a:lnTo>
                      <a:pt x="166" y="38"/>
                    </a:lnTo>
                    <a:lnTo>
                      <a:pt x="174" y="35"/>
                    </a:lnTo>
                    <a:lnTo>
                      <a:pt x="181" y="33"/>
                    </a:lnTo>
                    <a:lnTo>
                      <a:pt x="189" y="31"/>
                    </a:lnTo>
                    <a:lnTo>
                      <a:pt x="198" y="30"/>
                    </a:lnTo>
                    <a:lnTo>
                      <a:pt x="205" y="30"/>
                    </a:lnTo>
                    <a:close/>
                    <a:moveTo>
                      <a:pt x="239" y="406"/>
                    </a:moveTo>
                    <a:lnTo>
                      <a:pt x="407" y="406"/>
                    </a:lnTo>
                    <a:lnTo>
                      <a:pt x="407" y="376"/>
                    </a:lnTo>
                    <a:lnTo>
                      <a:pt x="406" y="365"/>
                    </a:lnTo>
                    <a:lnTo>
                      <a:pt x="403" y="354"/>
                    </a:lnTo>
                    <a:lnTo>
                      <a:pt x="399" y="345"/>
                    </a:lnTo>
                    <a:lnTo>
                      <a:pt x="394" y="336"/>
                    </a:lnTo>
                    <a:lnTo>
                      <a:pt x="387" y="328"/>
                    </a:lnTo>
                    <a:lnTo>
                      <a:pt x="380" y="321"/>
                    </a:lnTo>
                    <a:lnTo>
                      <a:pt x="371" y="316"/>
                    </a:lnTo>
                    <a:lnTo>
                      <a:pt x="363" y="311"/>
                    </a:lnTo>
                    <a:lnTo>
                      <a:pt x="271" y="289"/>
                    </a:lnTo>
                    <a:lnTo>
                      <a:pt x="271" y="258"/>
                    </a:lnTo>
                    <a:lnTo>
                      <a:pt x="278" y="253"/>
                    </a:lnTo>
                    <a:lnTo>
                      <a:pt x="284" y="248"/>
                    </a:lnTo>
                    <a:lnTo>
                      <a:pt x="291" y="242"/>
                    </a:lnTo>
                    <a:lnTo>
                      <a:pt x="297" y="236"/>
                    </a:lnTo>
                    <a:lnTo>
                      <a:pt x="308" y="223"/>
                    </a:lnTo>
                    <a:lnTo>
                      <a:pt x="317" y="209"/>
                    </a:lnTo>
                    <a:lnTo>
                      <a:pt x="321" y="200"/>
                    </a:lnTo>
                    <a:lnTo>
                      <a:pt x="324" y="192"/>
                    </a:lnTo>
                    <a:lnTo>
                      <a:pt x="327" y="184"/>
                    </a:lnTo>
                    <a:lnTo>
                      <a:pt x="329" y="175"/>
                    </a:lnTo>
                    <a:lnTo>
                      <a:pt x="332" y="167"/>
                    </a:lnTo>
                    <a:lnTo>
                      <a:pt x="333" y="157"/>
                    </a:lnTo>
                    <a:lnTo>
                      <a:pt x="334" y="149"/>
                    </a:lnTo>
                    <a:lnTo>
                      <a:pt x="334" y="139"/>
                    </a:lnTo>
                    <a:lnTo>
                      <a:pt x="334" y="125"/>
                    </a:lnTo>
                    <a:lnTo>
                      <a:pt x="332" y="111"/>
                    </a:lnTo>
                    <a:lnTo>
                      <a:pt x="328" y="97"/>
                    </a:lnTo>
                    <a:lnTo>
                      <a:pt x="324" y="84"/>
                    </a:lnTo>
                    <a:lnTo>
                      <a:pt x="319" y="72"/>
                    </a:lnTo>
                    <a:lnTo>
                      <a:pt x="312" y="61"/>
                    </a:lnTo>
                    <a:lnTo>
                      <a:pt x="305" y="50"/>
                    </a:lnTo>
                    <a:lnTo>
                      <a:pt x="296" y="40"/>
                    </a:lnTo>
                    <a:lnTo>
                      <a:pt x="288" y="32"/>
                    </a:lnTo>
                    <a:lnTo>
                      <a:pt x="277" y="23"/>
                    </a:lnTo>
                    <a:lnTo>
                      <a:pt x="266" y="17"/>
                    </a:lnTo>
                    <a:lnTo>
                      <a:pt x="255" y="10"/>
                    </a:lnTo>
                    <a:lnTo>
                      <a:pt x="244" y="6"/>
                    </a:lnTo>
                    <a:lnTo>
                      <a:pt x="231" y="3"/>
                    </a:lnTo>
                    <a:lnTo>
                      <a:pt x="219" y="1"/>
                    </a:lnTo>
                    <a:lnTo>
                      <a:pt x="205" y="0"/>
                    </a:lnTo>
                    <a:lnTo>
                      <a:pt x="192" y="1"/>
                    </a:lnTo>
                    <a:lnTo>
                      <a:pt x="179" y="3"/>
                    </a:lnTo>
                    <a:lnTo>
                      <a:pt x="167" y="6"/>
                    </a:lnTo>
                    <a:lnTo>
                      <a:pt x="156" y="10"/>
                    </a:lnTo>
                    <a:lnTo>
                      <a:pt x="144" y="17"/>
                    </a:lnTo>
                    <a:lnTo>
                      <a:pt x="133" y="23"/>
                    </a:lnTo>
                    <a:lnTo>
                      <a:pt x="124" y="32"/>
                    </a:lnTo>
                    <a:lnTo>
                      <a:pt x="114" y="40"/>
                    </a:lnTo>
                    <a:lnTo>
                      <a:pt x="106" y="50"/>
                    </a:lnTo>
                    <a:lnTo>
                      <a:pt x="99" y="61"/>
                    </a:lnTo>
                    <a:lnTo>
                      <a:pt x="92" y="72"/>
                    </a:lnTo>
                    <a:lnTo>
                      <a:pt x="87" y="84"/>
                    </a:lnTo>
                    <a:lnTo>
                      <a:pt x="83" y="97"/>
                    </a:lnTo>
                    <a:lnTo>
                      <a:pt x="80" y="111"/>
                    </a:lnTo>
                    <a:lnTo>
                      <a:pt x="77" y="125"/>
                    </a:lnTo>
                    <a:lnTo>
                      <a:pt x="76" y="139"/>
                    </a:lnTo>
                    <a:lnTo>
                      <a:pt x="76" y="147"/>
                    </a:lnTo>
                    <a:lnTo>
                      <a:pt x="77" y="157"/>
                    </a:lnTo>
                    <a:lnTo>
                      <a:pt x="78" y="166"/>
                    </a:lnTo>
                    <a:lnTo>
                      <a:pt x="81" y="174"/>
                    </a:lnTo>
                    <a:lnTo>
                      <a:pt x="86" y="190"/>
                    </a:lnTo>
                    <a:lnTo>
                      <a:pt x="92" y="206"/>
                    </a:lnTo>
                    <a:lnTo>
                      <a:pt x="101" y="220"/>
                    </a:lnTo>
                    <a:lnTo>
                      <a:pt x="112" y="234"/>
                    </a:lnTo>
                    <a:lnTo>
                      <a:pt x="124" y="246"/>
                    </a:lnTo>
                    <a:lnTo>
                      <a:pt x="136" y="256"/>
                    </a:lnTo>
                    <a:lnTo>
                      <a:pt x="136" y="289"/>
                    </a:lnTo>
                    <a:lnTo>
                      <a:pt x="48" y="313"/>
                    </a:lnTo>
                    <a:lnTo>
                      <a:pt x="39" y="316"/>
                    </a:lnTo>
                    <a:lnTo>
                      <a:pt x="29" y="321"/>
                    </a:lnTo>
                    <a:lnTo>
                      <a:pt x="22" y="328"/>
                    </a:lnTo>
                    <a:lnTo>
                      <a:pt x="14" y="336"/>
                    </a:lnTo>
                    <a:lnTo>
                      <a:pt x="9" y="345"/>
                    </a:lnTo>
                    <a:lnTo>
                      <a:pt x="5" y="354"/>
                    </a:lnTo>
                    <a:lnTo>
                      <a:pt x="1" y="364"/>
                    </a:lnTo>
                    <a:lnTo>
                      <a:pt x="0" y="375"/>
                    </a:lnTo>
                    <a:lnTo>
                      <a:pt x="0" y="406"/>
                    </a:lnTo>
                    <a:lnTo>
                      <a:pt x="202" y="406"/>
                    </a:lnTo>
                    <a:lnTo>
                      <a:pt x="239" y="406"/>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595959"/>
                  </a:buClr>
                  <a:buSzPts val="1800"/>
                  <a:buFont typeface="Trebuchet MS"/>
                  <a:buNone/>
                  <a:tabLst/>
                  <a:defRPr/>
                </a:pPr>
                <a:endParaRPr kumimoji="0" sz="1800" b="0" i="0" u="none" strike="noStrike" kern="0" cap="none" spc="0" normalizeH="0" baseline="0" noProof="0">
                  <a:ln>
                    <a:noFill/>
                  </a:ln>
                  <a:solidFill>
                    <a:srgbClr val="595959"/>
                  </a:solidFill>
                  <a:effectLst/>
                  <a:uLnTx/>
                  <a:uFillTx/>
                  <a:latin typeface="Trebuchet MS"/>
                  <a:ea typeface="Trebuchet MS"/>
                  <a:cs typeface="Trebuchet MS"/>
                  <a:sym typeface="Trebuchet MS"/>
                </a:endParaRPr>
              </a:p>
            </p:txBody>
          </p:sp>
          <p:sp>
            <p:nvSpPr>
              <p:cNvPr id="24" name="Google Shape;368;p7">
                <a:extLst>
                  <a:ext uri="{FF2B5EF4-FFF2-40B4-BE49-F238E27FC236}">
                    <a16:creationId xmlns:a16="http://schemas.microsoft.com/office/drawing/2014/main" id="{4636D173-D025-3E6B-F0C4-146A1839CA4A}"/>
                  </a:ext>
                </a:extLst>
              </p:cNvPr>
              <p:cNvSpPr/>
              <p:nvPr/>
            </p:nvSpPr>
            <p:spPr>
              <a:xfrm>
                <a:off x="5622925" y="1920875"/>
                <a:ext cx="128588" cy="128588"/>
              </a:xfrm>
              <a:custGeom>
                <a:avLst/>
                <a:gdLst/>
                <a:ahLst/>
                <a:cxnLst/>
                <a:rect l="l" t="t" r="r" b="b"/>
                <a:pathLst>
                  <a:path w="406" h="406" extrusionOk="0">
                    <a:moveTo>
                      <a:pt x="239" y="376"/>
                    </a:moveTo>
                    <a:lnTo>
                      <a:pt x="201" y="376"/>
                    </a:lnTo>
                    <a:lnTo>
                      <a:pt x="30" y="376"/>
                    </a:lnTo>
                    <a:lnTo>
                      <a:pt x="30" y="375"/>
                    </a:lnTo>
                    <a:lnTo>
                      <a:pt x="31" y="369"/>
                    </a:lnTo>
                    <a:lnTo>
                      <a:pt x="32" y="364"/>
                    </a:lnTo>
                    <a:lnTo>
                      <a:pt x="34" y="359"/>
                    </a:lnTo>
                    <a:lnTo>
                      <a:pt x="37" y="354"/>
                    </a:lnTo>
                    <a:lnTo>
                      <a:pt x="41" y="350"/>
                    </a:lnTo>
                    <a:lnTo>
                      <a:pt x="46" y="346"/>
                    </a:lnTo>
                    <a:lnTo>
                      <a:pt x="50" y="343"/>
                    </a:lnTo>
                    <a:lnTo>
                      <a:pt x="55" y="342"/>
                    </a:lnTo>
                    <a:lnTo>
                      <a:pt x="166" y="311"/>
                    </a:lnTo>
                    <a:lnTo>
                      <a:pt x="166" y="271"/>
                    </a:lnTo>
                    <a:lnTo>
                      <a:pt x="174" y="274"/>
                    </a:lnTo>
                    <a:lnTo>
                      <a:pt x="184" y="276"/>
                    </a:lnTo>
                    <a:lnTo>
                      <a:pt x="195" y="277"/>
                    </a:lnTo>
                    <a:lnTo>
                      <a:pt x="204" y="278"/>
                    </a:lnTo>
                    <a:lnTo>
                      <a:pt x="214" y="277"/>
                    </a:lnTo>
                    <a:lnTo>
                      <a:pt x="223" y="276"/>
                    </a:lnTo>
                    <a:lnTo>
                      <a:pt x="232" y="275"/>
                    </a:lnTo>
                    <a:lnTo>
                      <a:pt x="241" y="272"/>
                    </a:lnTo>
                    <a:lnTo>
                      <a:pt x="241" y="311"/>
                    </a:lnTo>
                    <a:lnTo>
                      <a:pt x="353" y="340"/>
                    </a:lnTo>
                    <a:lnTo>
                      <a:pt x="358" y="343"/>
                    </a:lnTo>
                    <a:lnTo>
                      <a:pt x="362" y="346"/>
                    </a:lnTo>
                    <a:lnTo>
                      <a:pt x="366" y="349"/>
                    </a:lnTo>
                    <a:lnTo>
                      <a:pt x="370" y="353"/>
                    </a:lnTo>
                    <a:lnTo>
                      <a:pt x="372" y="359"/>
                    </a:lnTo>
                    <a:lnTo>
                      <a:pt x="374" y="364"/>
                    </a:lnTo>
                    <a:lnTo>
                      <a:pt x="376" y="369"/>
                    </a:lnTo>
                    <a:lnTo>
                      <a:pt x="376" y="376"/>
                    </a:lnTo>
                    <a:lnTo>
                      <a:pt x="239" y="376"/>
                    </a:lnTo>
                    <a:close/>
                    <a:moveTo>
                      <a:pt x="106" y="139"/>
                    </a:moveTo>
                    <a:lnTo>
                      <a:pt x="106" y="138"/>
                    </a:lnTo>
                    <a:lnTo>
                      <a:pt x="106" y="136"/>
                    </a:lnTo>
                    <a:lnTo>
                      <a:pt x="119" y="140"/>
                    </a:lnTo>
                    <a:lnTo>
                      <a:pt x="134" y="142"/>
                    </a:lnTo>
                    <a:lnTo>
                      <a:pt x="148" y="142"/>
                    </a:lnTo>
                    <a:lnTo>
                      <a:pt x="163" y="141"/>
                    </a:lnTo>
                    <a:lnTo>
                      <a:pt x="178" y="139"/>
                    </a:lnTo>
                    <a:lnTo>
                      <a:pt x="193" y="134"/>
                    </a:lnTo>
                    <a:lnTo>
                      <a:pt x="208" y="127"/>
                    </a:lnTo>
                    <a:lnTo>
                      <a:pt x="221" y="119"/>
                    </a:lnTo>
                    <a:lnTo>
                      <a:pt x="226" y="124"/>
                    </a:lnTo>
                    <a:lnTo>
                      <a:pt x="230" y="128"/>
                    </a:lnTo>
                    <a:lnTo>
                      <a:pt x="237" y="131"/>
                    </a:lnTo>
                    <a:lnTo>
                      <a:pt x="242" y="135"/>
                    </a:lnTo>
                    <a:lnTo>
                      <a:pt x="248" y="138"/>
                    </a:lnTo>
                    <a:lnTo>
                      <a:pt x="255" y="140"/>
                    </a:lnTo>
                    <a:lnTo>
                      <a:pt x="261" y="142"/>
                    </a:lnTo>
                    <a:lnTo>
                      <a:pt x="269" y="143"/>
                    </a:lnTo>
                    <a:lnTo>
                      <a:pt x="275" y="144"/>
                    </a:lnTo>
                    <a:lnTo>
                      <a:pt x="282" y="144"/>
                    </a:lnTo>
                    <a:lnTo>
                      <a:pt x="292" y="143"/>
                    </a:lnTo>
                    <a:lnTo>
                      <a:pt x="303" y="141"/>
                    </a:lnTo>
                    <a:lnTo>
                      <a:pt x="303" y="152"/>
                    </a:lnTo>
                    <a:lnTo>
                      <a:pt x="301" y="162"/>
                    </a:lnTo>
                    <a:lnTo>
                      <a:pt x="299" y="173"/>
                    </a:lnTo>
                    <a:lnTo>
                      <a:pt x="294" y="183"/>
                    </a:lnTo>
                    <a:lnTo>
                      <a:pt x="290" y="191"/>
                    </a:lnTo>
                    <a:lnTo>
                      <a:pt x="286" y="201"/>
                    </a:lnTo>
                    <a:lnTo>
                      <a:pt x="279" y="209"/>
                    </a:lnTo>
                    <a:lnTo>
                      <a:pt x="274" y="216"/>
                    </a:lnTo>
                    <a:lnTo>
                      <a:pt x="267" y="224"/>
                    </a:lnTo>
                    <a:lnTo>
                      <a:pt x="259" y="230"/>
                    </a:lnTo>
                    <a:lnTo>
                      <a:pt x="251" y="235"/>
                    </a:lnTo>
                    <a:lnTo>
                      <a:pt x="243" y="240"/>
                    </a:lnTo>
                    <a:lnTo>
                      <a:pt x="233" y="243"/>
                    </a:lnTo>
                    <a:lnTo>
                      <a:pt x="224" y="246"/>
                    </a:lnTo>
                    <a:lnTo>
                      <a:pt x="214" y="247"/>
                    </a:lnTo>
                    <a:lnTo>
                      <a:pt x="204" y="248"/>
                    </a:lnTo>
                    <a:lnTo>
                      <a:pt x="195" y="247"/>
                    </a:lnTo>
                    <a:lnTo>
                      <a:pt x="185" y="245"/>
                    </a:lnTo>
                    <a:lnTo>
                      <a:pt x="175" y="243"/>
                    </a:lnTo>
                    <a:lnTo>
                      <a:pt x="166" y="240"/>
                    </a:lnTo>
                    <a:lnTo>
                      <a:pt x="157" y="234"/>
                    </a:lnTo>
                    <a:lnTo>
                      <a:pt x="150" y="229"/>
                    </a:lnTo>
                    <a:lnTo>
                      <a:pt x="142" y="223"/>
                    </a:lnTo>
                    <a:lnTo>
                      <a:pt x="135" y="216"/>
                    </a:lnTo>
                    <a:lnTo>
                      <a:pt x="128" y="208"/>
                    </a:lnTo>
                    <a:lnTo>
                      <a:pt x="123" y="200"/>
                    </a:lnTo>
                    <a:lnTo>
                      <a:pt x="118" y="190"/>
                    </a:lnTo>
                    <a:lnTo>
                      <a:pt x="113" y="181"/>
                    </a:lnTo>
                    <a:lnTo>
                      <a:pt x="110" y="171"/>
                    </a:lnTo>
                    <a:lnTo>
                      <a:pt x="108" y="160"/>
                    </a:lnTo>
                    <a:lnTo>
                      <a:pt x="106" y="150"/>
                    </a:lnTo>
                    <a:lnTo>
                      <a:pt x="106" y="139"/>
                    </a:lnTo>
                    <a:close/>
                    <a:moveTo>
                      <a:pt x="204" y="30"/>
                    </a:moveTo>
                    <a:lnTo>
                      <a:pt x="213" y="30"/>
                    </a:lnTo>
                    <a:lnTo>
                      <a:pt x="222" y="32"/>
                    </a:lnTo>
                    <a:lnTo>
                      <a:pt x="229" y="33"/>
                    </a:lnTo>
                    <a:lnTo>
                      <a:pt x="238" y="36"/>
                    </a:lnTo>
                    <a:lnTo>
                      <a:pt x="244" y="39"/>
                    </a:lnTo>
                    <a:lnTo>
                      <a:pt x="252" y="43"/>
                    </a:lnTo>
                    <a:lnTo>
                      <a:pt x="259" y="48"/>
                    </a:lnTo>
                    <a:lnTo>
                      <a:pt x="266" y="53"/>
                    </a:lnTo>
                    <a:lnTo>
                      <a:pt x="271" y="58"/>
                    </a:lnTo>
                    <a:lnTo>
                      <a:pt x="276" y="65"/>
                    </a:lnTo>
                    <a:lnTo>
                      <a:pt x="282" y="71"/>
                    </a:lnTo>
                    <a:lnTo>
                      <a:pt x="287" y="78"/>
                    </a:lnTo>
                    <a:lnTo>
                      <a:pt x="291" y="85"/>
                    </a:lnTo>
                    <a:lnTo>
                      <a:pt x="294" y="94"/>
                    </a:lnTo>
                    <a:lnTo>
                      <a:pt x="298" y="102"/>
                    </a:lnTo>
                    <a:lnTo>
                      <a:pt x="300" y="110"/>
                    </a:lnTo>
                    <a:lnTo>
                      <a:pt x="294" y="112"/>
                    </a:lnTo>
                    <a:lnTo>
                      <a:pt x="288" y="113"/>
                    </a:lnTo>
                    <a:lnTo>
                      <a:pt x="281" y="114"/>
                    </a:lnTo>
                    <a:lnTo>
                      <a:pt x="273" y="113"/>
                    </a:lnTo>
                    <a:lnTo>
                      <a:pt x="264" y="112"/>
                    </a:lnTo>
                    <a:lnTo>
                      <a:pt x="255" y="108"/>
                    </a:lnTo>
                    <a:lnTo>
                      <a:pt x="249" y="105"/>
                    </a:lnTo>
                    <a:lnTo>
                      <a:pt x="245" y="100"/>
                    </a:lnTo>
                    <a:lnTo>
                      <a:pt x="241" y="96"/>
                    </a:lnTo>
                    <a:lnTo>
                      <a:pt x="237" y="90"/>
                    </a:lnTo>
                    <a:lnTo>
                      <a:pt x="234" y="87"/>
                    </a:lnTo>
                    <a:lnTo>
                      <a:pt x="232" y="84"/>
                    </a:lnTo>
                    <a:lnTo>
                      <a:pt x="229" y="83"/>
                    </a:lnTo>
                    <a:lnTo>
                      <a:pt x="226" y="82"/>
                    </a:lnTo>
                    <a:lnTo>
                      <a:pt x="223" y="82"/>
                    </a:lnTo>
                    <a:lnTo>
                      <a:pt x="218" y="83"/>
                    </a:lnTo>
                    <a:lnTo>
                      <a:pt x="216" y="84"/>
                    </a:lnTo>
                    <a:lnTo>
                      <a:pt x="213" y="86"/>
                    </a:lnTo>
                    <a:lnTo>
                      <a:pt x="207" y="92"/>
                    </a:lnTo>
                    <a:lnTo>
                      <a:pt x="201" y="96"/>
                    </a:lnTo>
                    <a:lnTo>
                      <a:pt x="195" y="100"/>
                    </a:lnTo>
                    <a:lnTo>
                      <a:pt x="188" y="104"/>
                    </a:lnTo>
                    <a:lnTo>
                      <a:pt x="181" y="107"/>
                    </a:lnTo>
                    <a:lnTo>
                      <a:pt x="174" y="109"/>
                    </a:lnTo>
                    <a:lnTo>
                      <a:pt x="167" y="111"/>
                    </a:lnTo>
                    <a:lnTo>
                      <a:pt x="160" y="112"/>
                    </a:lnTo>
                    <a:lnTo>
                      <a:pt x="147" y="113"/>
                    </a:lnTo>
                    <a:lnTo>
                      <a:pt x="134" y="112"/>
                    </a:lnTo>
                    <a:lnTo>
                      <a:pt x="121" y="110"/>
                    </a:lnTo>
                    <a:lnTo>
                      <a:pt x="110" y="106"/>
                    </a:lnTo>
                    <a:lnTo>
                      <a:pt x="113" y="97"/>
                    </a:lnTo>
                    <a:lnTo>
                      <a:pt x="117" y="90"/>
                    </a:lnTo>
                    <a:lnTo>
                      <a:pt x="120" y="82"/>
                    </a:lnTo>
                    <a:lnTo>
                      <a:pt x="124" y="76"/>
                    </a:lnTo>
                    <a:lnTo>
                      <a:pt x="129" y="68"/>
                    </a:lnTo>
                    <a:lnTo>
                      <a:pt x="135" y="63"/>
                    </a:lnTo>
                    <a:lnTo>
                      <a:pt x="140" y="56"/>
                    </a:lnTo>
                    <a:lnTo>
                      <a:pt x="145" y="51"/>
                    </a:lnTo>
                    <a:lnTo>
                      <a:pt x="152" y="47"/>
                    </a:lnTo>
                    <a:lnTo>
                      <a:pt x="158" y="42"/>
                    </a:lnTo>
                    <a:lnTo>
                      <a:pt x="166" y="38"/>
                    </a:lnTo>
                    <a:lnTo>
                      <a:pt x="173" y="35"/>
                    </a:lnTo>
                    <a:lnTo>
                      <a:pt x="181" y="33"/>
                    </a:lnTo>
                    <a:lnTo>
                      <a:pt x="188" y="31"/>
                    </a:lnTo>
                    <a:lnTo>
                      <a:pt x="197" y="30"/>
                    </a:lnTo>
                    <a:lnTo>
                      <a:pt x="204" y="30"/>
                    </a:lnTo>
                    <a:close/>
                    <a:moveTo>
                      <a:pt x="361" y="311"/>
                    </a:moveTo>
                    <a:lnTo>
                      <a:pt x="271" y="289"/>
                    </a:lnTo>
                    <a:lnTo>
                      <a:pt x="271" y="258"/>
                    </a:lnTo>
                    <a:lnTo>
                      <a:pt x="277" y="253"/>
                    </a:lnTo>
                    <a:lnTo>
                      <a:pt x="284" y="248"/>
                    </a:lnTo>
                    <a:lnTo>
                      <a:pt x="290" y="242"/>
                    </a:lnTo>
                    <a:lnTo>
                      <a:pt x="297" y="236"/>
                    </a:lnTo>
                    <a:lnTo>
                      <a:pt x="307" y="223"/>
                    </a:lnTo>
                    <a:lnTo>
                      <a:pt x="316" y="209"/>
                    </a:lnTo>
                    <a:lnTo>
                      <a:pt x="320" y="200"/>
                    </a:lnTo>
                    <a:lnTo>
                      <a:pt x="323" y="192"/>
                    </a:lnTo>
                    <a:lnTo>
                      <a:pt x="327" y="184"/>
                    </a:lnTo>
                    <a:lnTo>
                      <a:pt x="329" y="175"/>
                    </a:lnTo>
                    <a:lnTo>
                      <a:pt x="331" y="167"/>
                    </a:lnTo>
                    <a:lnTo>
                      <a:pt x="332" y="157"/>
                    </a:lnTo>
                    <a:lnTo>
                      <a:pt x="333" y="149"/>
                    </a:lnTo>
                    <a:lnTo>
                      <a:pt x="333" y="139"/>
                    </a:lnTo>
                    <a:lnTo>
                      <a:pt x="333" y="125"/>
                    </a:lnTo>
                    <a:lnTo>
                      <a:pt x="331" y="111"/>
                    </a:lnTo>
                    <a:lnTo>
                      <a:pt x="328" y="97"/>
                    </a:lnTo>
                    <a:lnTo>
                      <a:pt x="323" y="84"/>
                    </a:lnTo>
                    <a:lnTo>
                      <a:pt x="318" y="72"/>
                    </a:lnTo>
                    <a:lnTo>
                      <a:pt x="312" y="61"/>
                    </a:lnTo>
                    <a:lnTo>
                      <a:pt x="304" y="50"/>
                    </a:lnTo>
                    <a:lnTo>
                      <a:pt x="296" y="40"/>
                    </a:lnTo>
                    <a:lnTo>
                      <a:pt x="287" y="32"/>
                    </a:lnTo>
                    <a:lnTo>
                      <a:pt x="276" y="23"/>
                    </a:lnTo>
                    <a:lnTo>
                      <a:pt x="266" y="17"/>
                    </a:lnTo>
                    <a:lnTo>
                      <a:pt x="255" y="10"/>
                    </a:lnTo>
                    <a:lnTo>
                      <a:pt x="243" y="6"/>
                    </a:lnTo>
                    <a:lnTo>
                      <a:pt x="230" y="3"/>
                    </a:lnTo>
                    <a:lnTo>
                      <a:pt x="217" y="1"/>
                    </a:lnTo>
                    <a:lnTo>
                      <a:pt x="204" y="0"/>
                    </a:lnTo>
                    <a:lnTo>
                      <a:pt x="192" y="1"/>
                    </a:lnTo>
                    <a:lnTo>
                      <a:pt x="179" y="3"/>
                    </a:lnTo>
                    <a:lnTo>
                      <a:pt x="166" y="6"/>
                    </a:lnTo>
                    <a:lnTo>
                      <a:pt x="154" y="10"/>
                    </a:lnTo>
                    <a:lnTo>
                      <a:pt x="143" y="17"/>
                    </a:lnTo>
                    <a:lnTo>
                      <a:pt x="133" y="23"/>
                    </a:lnTo>
                    <a:lnTo>
                      <a:pt x="123" y="32"/>
                    </a:lnTo>
                    <a:lnTo>
                      <a:pt x="113" y="40"/>
                    </a:lnTo>
                    <a:lnTo>
                      <a:pt x="105" y="50"/>
                    </a:lnTo>
                    <a:lnTo>
                      <a:pt x="98" y="61"/>
                    </a:lnTo>
                    <a:lnTo>
                      <a:pt x="92" y="72"/>
                    </a:lnTo>
                    <a:lnTo>
                      <a:pt x="85" y="84"/>
                    </a:lnTo>
                    <a:lnTo>
                      <a:pt x="81" y="97"/>
                    </a:lnTo>
                    <a:lnTo>
                      <a:pt x="78" y="111"/>
                    </a:lnTo>
                    <a:lnTo>
                      <a:pt x="77" y="125"/>
                    </a:lnTo>
                    <a:lnTo>
                      <a:pt x="76" y="139"/>
                    </a:lnTo>
                    <a:lnTo>
                      <a:pt x="76" y="147"/>
                    </a:lnTo>
                    <a:lnTo>
                      <a:pt x="77" y="157"/>
                    </a:lnTo>
                    <a:lnTo>
                      <a:pt x="78" y="166"/>
                    </a:lnTo>
                    <a:lnTo>
                      <a:pt x="80" y="174"/>
                    </a:lnTo>
                    <a:lnTo>
                      <a:pt x="85" y="190"/>
                    </a:lnTo>
                    <a:lnTo>
                      <a:pt x="92" y="206"/>
                    </a:lnTo>
                    <a:lnTo>
                      <a:pt x="100" y="220"/>
                    </a:lnTo>
                    <a:lnTo>
                      <a:pt x="111" y="234"/>
                    </a:lnTo>
                    <a:lnTo>
                      <a:pt x="123" y="246"/>
                    </a:lnTo>
                    <a:lnTo>
                      <a:pt x="136" y="256"/>
                    </a:lnTo>
                    <a:lnTo>
                      <a:pt x="136" y="289"/>
                    </a:lnTo>
                    <a:lnTo>
                      <a:pt x="47" y="313"/>
                    </a:lnTo>
                    <a:lnTo>
                      <a:pt x="37" y="316"/>
                    </a:lnTo>
                    <a:lnTo>
                      <a:pt x="29" y="321"/>
                    </a:lnTo>
                    <a:lnTo>
                      <a:pt x="21" y="328"/>
                    </a:lnTo>
                    <a:lnTo>
                      <a:pt x="14" y="336"/>
                    </a:lnTo>
                    <a:lnTo>
                      <a:pt x="8" y="345"/>
                    </a:lnTo>
                    <a:lnTo>
                      <a:pt x="4" y="354"/>
                    </a:lnTo>
                    <a:lnTo>
                      <a:pt x="1" y="364"/>
                    </a:lnTo>
                    <a:lnTo>
                      <a:pt x="0" y="375"/>
                    </a:lnTo>
                    <a:lnTo>
                      <a:pt x="0" y="406"/>
                    </a:lnTo>
                    <a:lnTo>
                      <a:pt x="201" y="406"/>
                    </a:lnTo>
                    <a:lnTo>
                      <a:pt x="239" y="406"/>
                    </a:lnTo>
                    <a:lnTo>
                      <a:pt x="406" y="406"/>
                    </a:lnTo>
                    <a:lnTo>
                      <a:pt x="406" y="376"/>
                    </a:lnTo>
                    <a:lnTo>
                      <a:pt x="405" y="365"/>
                    </a:lnTo>
                    <a:lnTo>
                      <a:pt x="403" y="354"/>
                    </a:lnTo>
                    <a:lnTo>
                      <a:pt x="398" y="345"/>
                    </a:lnTo>
                    <a:lnTo>
                      <a:pt x="393" y="336"/>
                    </a:lnTo>
                    <a:lnTo>
                      <a:pt x="387" y="328"/>
                    </a:lnTo>
                    <a:lnTo>
                      <a:pt x="379" y="321"/>
                    </a:lnTo>
                    <a:lnTo>
                      <a:pt x="371" y="316"/>
                    </a:lnTo>
                    <a:lnTo>
                      <a:pt x="361" y="311"/>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595959"/>
                  </a:buClr>
                  <a:buSzPts val="1800"/>
                  <a:buFont typeface="Trebuchet MS"/>
                  <a:buNone/>
                  <a:tabLst/>
                  <a:defRPr/>
                </a:pPr>
                <a:endParaRPr kumimoji="0" sz="1800" b="0" i="0" u="none" strike="noStrike" kern="0" cap="none" spc="0" normalizeH="0" baseline="0" noProof="0">
                  <a:ln>
                    <a:noFill/>
                  </a:ln>
                  <a:solidFill>
                    <a:srgbClr val="595959"/>
                  </a:solidFill>
                  <a:effectLst/>
                  <a:uLnTx/>
                  <a:uFillTx/>
                  <a:latin typeface="Trebuchet MS"/>
                  <a:ea typeface="Trebuchet MS"/>
                  <a:cs typeface="Trebuchet MS"/>
                  <a:sym typeface="Trebuchet MS"/>
                </a:endParaRPr>
              </a:p>
            </p:txBody>
          </p:sp>
          <p:sp>
            <p:nvSpPr>
              <p:cNvPr id="25" name="Google Shape;369;p7">
                <a:extLst>
                  <a:ext uri="{FF2B5EF4-FFF2-40B4-BE49-F238E27FC236}">
                    <a16:creationId xmlns:a16="http://schemas.microsoft.com/office/drawing/2014/main" id="{DC66A48E-C2ED-7553-6969-7397DE24131B}"/>
                  </a:ext>
                </a:extLst>
              </p:cNvPr>
              <p:cNvSpPr/>
              <p:nvPr/>
            </p:nvSpPr>
            <p:spPr>
              <a:xfrm>
                <a:off x="5543550" y="2073275"/>
                <a:ext cx="130175" cy="128588"/>
              </a:xfrm>
              <a:custGeom>
                <a:avLst/>
                <a:gdLst/>
                <a:ahLst/>
                <a:cxnLst/>
                <a:rect l="l" t="t" r="r" b="b"/>
                <a:pathLst>
                  <a:path w="409" h="409" extrusionOk="0">
                    <a:moveTo>
                      <a:pt x="379" y="379"/>
                    </a:moveTo>
                    <a:lnTo>
                      <a:pt x="224" y="379"/>
                    </a:lnTo>
                    <a:lnTo>
                      <a:pt x="186" y="379"/>
                    </a:lnTo>
                    <a:lnTo>
                      <a:pt x="30" y="379"/>
                    </a:lnTo>
                    <a:lnTo>
                      <a:pt x="30" y="375"/>
                    </a:lnTo>
                    <a:lnTo>
                      <a:pt x="31" y="370"/>
                    </a:lnTo>
                    <a:lnTo>
                      <a:pt x="32" y="364"/>
                    </a:lnTo>
                    <a:lnTo>
                      <a:pt x="35" y="359"/>
                    </a:lnTo>
                    <a:lnTo>
                      <a:pt x="37" y="355"/>
                    </a:lnTo>
                    <a:lnTo>
                      <a:pt x="42" y="349"/>
                    </a:lnTo>
                    <a:lnTo>
                      <a:pt x="46" y="346"/>
                    </a:lnTo>
                    <a:lnTo>
                      <a:pt x="50" y="343"/>
                    </a:lnTo>
                    <a:lnTo>
                      <a:pt x="56" y="341"/>
                    </a:lnTo>
                    <a:lnTo>
                      <a:pt x="163" y="311"/>
                    </a:lnTo>
                    <a:lnTo>
                      <a:pt x="163" y="270"/>
                    </a:lnTo>
                    <a:lnTo>
                      <a:pt x="172" y="273"/>
                    </a:lnTo>
                    <a:lnTo>
                      <a:pt x="183" y="275"/>
                    </a:lnTo>
                    <a:lnTo>
                      <a:pt x="194" y="277"/>
                    </a:lnTo>
                    <a:lnTo>
                      <a:pt x="205" y="277"/>
                    </a:lnTo>
                    <a:lnTo>
                      <a:pt x="215" y="277"/>
                    </a:lnTo>
                    <a:lnTo>
                      <a:pt x="226" y="275"/>
                    </a:lnTo>
                    <a:lnTo>
                      <a:pt x="237" y="273"/>
                    </a:lnTo>
                    <a:lnTo>
                      <a:pt x="246" y="270"/>
                    </a:lnTo>
                    <a:lnTo>
                      <a:pt x="246" y="311"/>
                    </a:lnTo>
                    <a:lnTo>
                      <a:pt x="354" y="341"/>
                    </a:lnTo>
                    <a:lnTo>
                      <a:pt x="359" y="343"/>
                    </a:lnTo>
                    <a:lnTo>
                      <a:pt x="363" y="346"/>
                    </a:lnTo>
                    <a:lnTo>
                      <a:pt x="368" y="349"/>
                    </a:lnTo>
                    <a:lnTo>
                      <a:pt x="372" y="355"/>
                    </a:lnTo>
                    <a:lnTo>
                      <a:pt x="375" y="359"/>
                    </a:lnTo>
                    <a:lnTo>
                      <a:pt x="377" y="364"/>
                    </a:lnTo>
                    <a:lnTo>
                      <a:pt x="379" y="370"/>
                    </a:lnTo>
                    <a:lnTo>
                      <a:pt x="379" y="375"/>
                    </a:lnTo>
                    <a:lnTo>
                      <a:pt x="379" y="379"/>
                    </a:lnTo>
                    <a:close/>
                    <a:moveTo>
                      <a:pt x="106" y="139"/>
                    </a:moveTo>
                    <a:lnTo>
                      <a:pt x="106" y="137"/>
                    </a:lnTo>
                    <a:lnTo>
                      <a:pt x="106" y="136"/>
                    </a:lnTo>
                    <a:lnTo>
                      <a:pt x="120" y="140"/>
                    </a:lnTo>
                    <a:lnTo>
                      <a:pt x="134" y="142"/>
                    </a:lnTo>
                    <a:lnTo>
                      <a:pt x="148" y="142"/>
                    </a:lnTo>
                    <a:lnTo>
                      <a:pt x="163" y="141"/>
                    </a:lnTo>
                    <a:lnTo>
                      <a:pt x="179" y="139"/>
                    </a:lnTo>
                    <a:lnTo>
                      <a:pt x="193" y="134"/>
                    </a:lnTo>
                    <a:lnTo>
                      <a:pt x="208" y="127"/>
                    </a:lnTo>
                    <a:lnTo>
                      <a:pt x="221" y="119"/>
                    </a:lnTo>
                    <a:lnTo>
                      <a:pt x="226" y="123"/>
                    </a:lnTo>
                    <a:lnTo>
                      <a:pt x="230" y="127"/>
                    </a:lnTo>
                    <a:lnTo>
                      <a:pt x="236" y="132"/>
                    </a:lnTo>
                    <a:lnTo>
                      <a:pt x="242" y="135"/>
                    </a:lnTo>
                    <a:lnTo>
                      <a:pt x="247" y="137"/>
                    </a:lnTo>
                    <a:lnTo>
                      <a:pt x="254" y="139"/>
                    </a:lnTo>
                    <a:lnTo>
                      <a:pt x="260" y="141"/>
                    </a:lnTo>
                    <a:lnTo>
                      <a:pt x="268" y="142"/>
                    </a:lnTo>
                    <a:lnTo>
                      <a:pt x="273" y="143"/>
                    </a:lnTo>
                    <a:lnTo>
                      <a:pt x="280" y="143"/>
                    </a:lnTo>
                    <a:lnTo>
                      <a:pt x="293" y="142"/>
                    </a:lnTo>
                    <a:lnTo>
                      <a:pt x="303" y="140"/>
                    </a:lnTo>
                    <a:lnTo>
                      <a:pt x="303" y="151"/>
                    </a:lnTo>
                    <a:lnTo>
                      <a:pt x="301" y="162"/>
                    </a:lnTo>
                    <a:lnTo>
                      <a:pt x="299" y="172"/>
                    </a:lnTo>
                    <a:lnTo>
                      <a:pt x="296" y="182"/>
                    </a:lnTo>
                    <a:lnTo>
                      <a:pt x="291" y="192"/>
                    </a:lnTo>
                    <a:lnTo>
                      <a:pt x="286" y="200"/>
                    </a:lnTo>
                    <a:lnTo>
                      <a:pt x="281" y="209"/>
                    </a:lnTo>
                    <a:lnTo>
                      <a:pt x="274" y="216"/>
                    </a:lnTo>
                    <a:lnTo>
                      <a:pt x="267" y="223"/>
                    </a:lnTo>
                    <a:lnTo>
                      <a:pt x="259" y="229"/>
                    </a:lnTo>
                    <a:lnTo>
                      <a:pt x="252" y="234"/>
                    </a:lnTo>
                    <a:lnTo>
                      <a:pt x="243" y="239"/>
                    </a:lnTo>
                    <a:lnTo>
                      <a:pt x="234" y="243"/>
                    </a:lnTo>
                    <a:lnTo>
                      <a:pt x="225" y="245"/>
                    </a:lnTo>
                    <a:lnTo>
                      <a:pt x="215" y="247"/>
                    </a:lnTo>
                    <a:lnTo>
                      <a:pt x="205" y="247"/>
                    </a:lnTo>
                    <a:lnTo>
                      <a:pt x="195" y="247"/>
                    </a:lnTo>
                    <a:lnTo>
                      <a:pt x="185" y="245"/>
                    </a:lnTo>
                    <a:lnTo>
                      <a:pt x="176" y="243"/>
                    </a:lnTo>
                    <a:lnTo>
                      <a:pt x="166" y="239"/>
                    </a:lnTo>
                    <a:lnTo>
                      <a:pt x="157" y="234"/>
                    </a:lnTo>
                    <a:lnTo>
                      <a:pt x="150" y="229"/>
                    </a:lnTo>
                    <a:lnTo>
                      <a:pt x="142" y="223"/>
                    </a:lnTo>
                    <a:lnTo>
                      <a:pt x="135" y="216"/>
                    </a:lnTo>
                    <a:lnTo>
                      <a:pt x="128" y="208"/>
                    </a:lnTo>
                    <a:lnTo>
                      <a:pt x="123" y="199"/>
                    </a:lnTo>
                    <a:lnTo>
                      <a:pt x="118" y="191"/>
                    </a:lnTo>
                    <a:lnTo>
                      <a:pt x="113" y="181"/>
                    </a:lnTo>
                    <a:lnTo>
                      <a:pt x="110" y="171"/>
                    </a:lnTo>
                    <a:lnTo>
                      <a:pt x="108" y="160"/>
                    </a:lnTo>
                    <a:lnTo>
                      <a:pt x="107" y="150"/>
                    </a:lnTo>
                    <a:lnTo>
                      <a:pt x="106" y="139"/>
                    </a:lnTo>
                    <a:close/>
                    <a:moveTo>
                      <a:pt x="205" y="30"/>
                    </a:moveTo>
                    <a:lnTo>
                      <a:pt x="213" y="30"/>
                    </a:lnTo>
                    <a:lnTo>
                      <a:pt x="222" y="31"/>
                    </a:lnTo>
                    <a:lnTo>
                      <a:pt x="229" y="33"/>
                    </a:lnTo>
                    <a:lnTo>
                      <a:pt x="237" y="36"/>
                    </a:lnTo>
                    <a:lnTo>
                      <a:pt x="244" y="39"/>
                    </a:lnTo>
                    <a:lnTo>
                      <a:pt x="252" y="43"/>
                    </a:lnTo>
                    <a:lnTo>
                      <a:pt x="258" y="47"/>
                    </a:lnTo>
                    <a:lnTo>
                      <a:pt x="265" y="52"/>
                    </a:lnTo>
                    <a:lnTo>
                      <a:pt x="271" y="58"/>
                    </a:lnTo>
                    <a:lnTo>
                      <a:pt x="276" y="64"/>
                    </a:lnTo>
                    <a:lnTo>
                      <a:pt x="282" y="70"/>
                    </a:lnTo>
                    <a:lnTo>
                      <a:pt x="286" y="78"/>
                    </a:lnTo>
                    <a:lnTo>
                      <a:pt x="290" y="85"/>
                    </a:lnTo>
                    <a:lnTo>
                      <a:pt x="295" y="93"/>
                    </a:lnTo>
                    <a:lnTo>
                      <a:pt x="297" y="100"/>
                    </a:lnTo>
                    <a:lnTo>
                      <a:pt x="300" y="109"/>
                    </a:lnTo>
                    <a:lnTo>
                      <a:pt x="294" y="111"/>
                    </a:lnTo>
                    <a:lnTo>
                      <a:pt x="287" y="113"/>
                    </a:lnTo>
                    <a:lnTo>
                      <a:pt x="280" y="113"/>
                    </a:lnTo>
                    <a:lnTo>
                      <a:pt x="272" y="112"/>
                    </a:lnTo>
                    <a:lnTo>
                      <a:pt x="264" y="111"/>
                    </a:lnTo>
                    <a:lnTo>
                      <a:pt x="254" y="107"/>
                    </a:lnTo>
                    <a:lnTo>
                      <a:pt x="250" y="104"/>
                    </a:lnTo>
                    <a:lnTo>
                      <a:pt x="245" y="100"/>
                    </a:lnTo>
                    <a:lnTo>
                      <a:pt x="241" y="95"/>
                    </a:lnTo>
                    <a:lnTo>
                      <a:pt x="237" y="90"/>
                    </a:lnTo>
                    <a:lnTo>
                      <a:pt x="235" y="87"/>
                    </a:lnTo>
                    <a:lnTo>
                      <a:pt x="232" y="84"/>
                    </a:lnTo>
                    <a:lnTo>
                      <a:pt x="229" y="83"/>
                    </a:lnTo>
                    <a:lnTo>
                      <a:pt x="226" y="82"/>
                    </a:lnTo>
                    <a:lnTo>
                      <a:pt x="223" y="82"/>
                    </a:lnTo>
                    <a:lnTo>
                      <a:pt x="219" y="82"/>
                    </a:lnTo>
                    <a:lnTo>
                      <a:pt x="216" y="84"/>
                    </a:lnTo>
                    <a:lnTo>
                      <a:pt x="213" y="87"/>
                    </a:lnTo>
                    <a:lnTo>
                      <a:pt x="207" y="92"/>
                    </a:lnTo>
                    <a:lnTo>
                      <a:pt x="201" y="96"/>
                    </a:lnTo>
                    <a:lnTo>
                      <a:pt x="195" y="100"/>
                    </a:lnTo>
                    <a:lnTo>
                      <a:pt x="189" y="104"/>
                    </a:lnTo>
                    <a:lnTo>
                      <a:pt x="181" y="107"/>
                    </a:lnTo>
                    <a:lnTo>
                      <a:pt x="175" y="109"/>
                    </a:lnTo>
                    <a:lnTo>
                      <a:pt x="167" y="110"/>
                    </a:lnTo>
                    <a:lnTo>
                      <a:pt x="161" y="112"/>
                    </a:lnTo>
                    <a:lnTo>
                      <a:pt x="147" y="112"/>
                    </a:lnTo>
                    <a:lnTo>
                      <a:pt x="134" y="112"/>
                    </a:lnTo>
                    <a:lnTo>
                      <a:pt x="121" y="109"/>
                    </a:lnTo>
                    <a:lnTo>
                      <a:pt x="111" y="106"/>
                    </a:lnTo>
                    <a:lnTo>
                      <a:pt x="113" y="97"/>
                    </a:lnTo>
                    <a:lnTo>
                      <a:pt x="117" y="90"/>
                    </a:lnTo>
                    <a:lnTo>
                      <a:pt x="120" y="82"/>
                    </a:lnTo>
                    <a:lnTo>
                      <a:pt x="124" y="75"/>
                    </a:lnTo>
                    <a:lnTo>
                      <a:pt x="130" y="68"/>
                    </a:lnTo>
                    <a:lnTo>
                      <a:pt x="135" y="62"/>
                    </a:lnTo>
                    <a:lnTo>
                      <a:pt x="140" y="56"/>
                    </a:lnTo>
                    <a:lnTo>
                      <a:pt x="146" y="51"/>
                    </a:lnTo>
                    <a:lnTo>
                      <a:pt x="152" y="47"/>
                    </a:lnTo>
                    <a:lnTo>
                      <a:pt x="159" y="43"/>
                    </a:lnTo>
                    <a:lnTo>
                      <a:pt x="166" y="38"/>
                    </a:lnTo>
                    <a:lnTo>
                      <a:pt x="174" y="35"/>
                    </a:lnTo>
                    <a:lnTo>
                      <a:pt x="181" y="33"/>
                    </a:lnTo>
                    <a:lnTo>
                      <a:pt x="189" y="31"/>
                    </a:lnTo>
                    <a:lnTo>
                      <a:pt x="197" y="30"/>
                    </a:lnTo>
                    <a:lnTo>
                      <a:pt x="205" y="30"/>
                    </a:lnTo>
                    <a:close/>
                    <a:moveTo>
                      <a:pt x="362" y="312"/>
                    </a:moveTo>
                    <a:lnTo>
                      <a:pt x="276" y="288"/>
                    </a:lnTo>
                    <a:lnTo>
                      <a:pt x="276" y="254"/>
                    </a:lnTo>
                    <a:lnTo>
                      <a:pt x="289" y="244"/>
                    </a:lnTo>
                    <a:lnTo>
                      <a:pt x="300" y="232"/>
                    </a:lnTo>
                    <a:lnTo>
                      <a:pt x="310" y="219"/>
                    </a:lnTo>
                    <a:lnTo>
                      <a:pt x="318" y="204"/>
                    </a:lnTo>
                    <a:lnTo>
                      <a:pt x="325" y="189"/>
                    </a:lnTo>
                    <a:lnTo>
                      <a:pt x="329" y="173"/>
                    </a:lnTo>
                    <a:lnTo>
                      <a:pt x="332" y="156"/>
                    </a:lnTo>
                    <a:lnTo>
                      <a:pt x="333" y="139"/>
                    </a:lnTo>
                    <a:lnTo>
                      <a:pt x="333" y="124"/>
                    </a:lnTo>
                    <a:lnTo>
                      <a:pt x="331" y="111"/>
                    </a:lnTo>
                    <a:lnTo>
                      <a:pt x="328" y="97"/>
                    </a:lnTo>
                    <a:lnTo>
                      <a:pt x="324" y="84"/>
                    </a:lnTo>
                    <a:lnTo>
                      <a:pt x="318" y="73"/>
                    </a:lnTo>
                    <a:lnTo>
                      <a:pt x="312" y="61"/>
                    </a:lnTo>
                    <a:lnTo>
                      <a:pt x="304" y="50"/>
                    </a:lnTo>
                    <a:lnTo>
                      <a:pt x="296" y="40"/>
                    </a:lnTo>
                    <a:lnTo>
                      <a:pt x="287" y="32"/>
                    </a:lnTo>
                    <a:lnTo>
                      <a:pt x="276" y="23"/>
                    </a:lnTo>
                    <a:lnTo>
                      <a:pt x="266" y="17"/>
                    </a:lnTo>
                    <a:lnTo>
                      <a:pt x="255" y="10"/>
                    </a:lnTo>
                    <a:lnTo>
                      <a:pt x="243" y="6"/>
                    </a:lnTo>
                    <a:lnTo>
                      <a:pt x="230" y="3"/>
                    </a:lnTo>
                    <a:lnTo>
                      <a:pt x="217" y="1"/>
                    </a:lnTo>
                    <a:lnTo>
                      <a:pt x="205" y="0"/>
                    </a:lnTo>
                    <a:lnTo>
                      <a:pt x="192" y="1"/>
                    </a:lnTo>
                    <a:lnTo>
                      <a:pt x="179" y="3"/>
                    </a:lnTo>
                    <a:lnTo>
                      <a:pt x="167" y="6"/>
                    </a:lnTo>
                    <a:lnTo>
                      <a:pt x="154" y="10"/>
                    </a:lnTo>
                    <a:lnTo>
                      <a:pt x="143" y="17"/>
                    </a:lnTo>
                    <a:lnTo>
                      <a:pt x="133" y="23"/>
                    </a:lnTo>
                    <a:lnTo>
                      <a:pt x="123" y="32"/>
                    </a:lnTo>
                    <a:lnTo>
                      <a:pt x="113" y="40"/>
                    </a:lnTo>
                    <a:lnTo>
                      <a:pt x="105" y="50"/>
                    </a:lnTo>
                    <a:lnTo>
                      <a:pt x="98" y="61"/>
                    </a:lnTo>
                    <a:lnTo>
                      <a:pt x="92" y="73"/>
                    </a:lnTo>
                    <a:lnTo>
                      <a:pt x="86" y="84"/>
                    </a:lnTo>
                    <a:lnTo>
                      <a:pt x="81" y="97"/>
                    </a:lnTo>
                    <a:lnTo>
                      <a:pt x="78" y="111"/>
                    </a:lnTo>
                    <a:lnTo>
                      <a:pt x="77" y="124"/>
                    </a:lnTo>
                    <a:lnTo>
                      <a:pt x="76" y="139"/>
                    </a:lnTo>
                    <a:lnTo>
                      <a:pt x="77" y="156"/>
                    </a:lnTo>
                    <a:lnTo>
                      <a:pt x="80" y="173"/>
                    </a:lnTo>
                    <a:lnTo>
                      <a:pt x="85" y="189"/>
                    </a:lnTo>
                    <a:lnTo>
                      <a:pt x="92" y="204"/>
                    </a:lnTo>
                    <a:lnTo>
                      <a:pt x="100" y="219"/>
                    </a:lnTo>
                    <a:lnTo>
                      <a:pt x="109" y="232"/>
                    </a:lnTo>
                    <a:lnTo>
                      <a:pt x="121" y="244"/>
                    </a:lnTo>
                    <a:lnTo>
                      <a:pt x="133" y="254"/>
                    </a:lnTo>
                    <a:lnTo>
                      <a:pt x="133" y="288"/>
                    </a:lnTo>
                    <a:lnTo>
                      <a:pt x="47" y="312"/>
                    </a:lnTo>
                    <a:lnTo>
                      <a:pt x="37" y="316"/>
                    </a:lnTo>
                    <a:lnTo>
                      <a:pt x="29" y="321"/>
                    </a:lnTo>
                    <a:lnTo>
                      <a:pt x="21" y="328"/>
                    </a:lnTo>
                    <a:lnTo>
                      <a:pt x="14" y="336"/>
                    </a:lnTo>
                    <a:lnTo>
                      <a:pt x="8" y="345"/>
                    </a:lnTo>
                    <a:lnTo>
                      <a:pt x="4" y="355"/>
                    </a:lnTo>
                    <a:lnTo>
                      <a:pt x="1" y="364"/>
                    </a:lnTo>
                    <a:lnTo>
                      <a:pt x="0" y="375"/>
                    </a:lnTo>
                    <a:lnTo>
                      <a:pt x="0" y="409"/>
                    </a:lnTo>
                    <a:lnTo>
                      <a:pt x="186" y="409"/>
                    </a:lnTo>
                    <a:lnTo>
                      <a:pt x="224" y="409"/>
                    </a:lnTo>
                    <a:lnTo>
                      <a:pt x="409" y="409"/>
                    </a:lnTo>
                    <a:lnTo>
                      <a:pt x="409" y="375"/>
                    </a:lnTo>
                    <a:lnTo>
                      <a:pt x="408" y="364"/>
                    </a:lnTo>
                    <a:lnTo>
                      <a:pt x="406" y="355"/>
                    </a:lnTo>
                    <a:lnTo>
                      <a:pt x="402" y="345"/>
                    </a:lnTo>
                    <a:lnTo>
                      <a:pt x="395" y="336"/>
                    </a:lnTo>
                    <a:lnTo>
                      <a:pt x="389" y="328"/>
                    </a:lnTo>
                    <a:lnTo>
                      <a:pt x="380" y="321"/>
                    </a:lnTo>
                    <a:lnTo>
                      <a:pt x="372" y="316"/>
                    </a:lnTo>
                    <a:lnTo>
                      <a:pt x="362" y="312"/>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595959"/>
                  </a:buClr>
                  <a:buSzPts val="1800"/>
                  <a:buFont typeface="Trebuchet MS"/>
                  <a:buNone/>
                  <a:tabLst/>
                  <a:defRPr/>
                </a:pPr>
                <a:endParaRPr kumimoji="0" sz="1800" b="0" i="0" u="none" strike="noStrike" kern="0" cap="none" spc="0" normalizeH="0" baseline="0" noProof="0">
                  <a:ln>
                    <a:noFill/>
                  </a:ln>
                  <a:solidFill>
                    <a:srgbClr val="595959"/>
                  </a:solidFill>
                  <a:effectLst/>
                  <a:uLnTx/>
                  <a:uFillTx/>
                  <a:latin typeface="Trebuchet MS"/>
                  <a:ea typeface="Trebuchet MS"/>
                  <a:cs typeface="Trebuchet MS"/>
                  <a:sym typeface="Trebuchet MS"/>
                </a:endParaRPr>
              </a:p>
            </p:txBody>
          </p:sp>
          <p:sp>
            <p:nvSpPr>
              <p:cNvPr id="26" name="Google Shape;370;p7">
                <a:extLst>
                  <a:ext uri="{FF2B5EF4-FFF2-40B4-BE49-F238E27FC236}">
                    <a16:creationId xmlns:a16="http://schemas.microsoft.com/office/drawing/2014/main" id="{75F7698F-BE5B-5121-95D7-0A1CE29B2FDF}"/>
                  </a:ext>
                </a:extLst>
              </p:cNvPr>
              <p:cNvSpPr/>
              <p:nvPr/>
            </p:nvSpPr>
            <p:spPr>
              <a:xfrm>
                <a:off x="5507038" y="2060575"/>
                <a:ext cx="39688" cy="39688"/>
              </a:xfrm>
              <a:custGeom>
                <a:avLst/>
                <a:gdLst/>
                <a:ahLst/>
                <a:cxnLst/>
                <a:rect l="l" t="t" r="r" b="b"/>
                <a:pathLst>
                  <a:path w="126" h="125" extrusionOk="0">
                    <a:moveTo>
                      <a:pt x="121" y="99"/>
                    </a:moveTo>
                    <a:lnTo>
                      <a:pt x="26" y="4"/>
                    </a:lnTo>
                    <a:lnTo>
                      <a:pt x="24" y="2"/>
                    </a:lnTo>
                    <a:lnTo>
                      <a:pt x="21" y="1"/>
                    </a:lnTo>
                    <a:lnTo>
                      <a:pt x="18" y="0"/>
                    </a:lnTo>
                    <a:lnTo>
                      <a:pt x="15" y="0"/>
                    </a:lnTo>
                    <a:lnTo>
                      <a:pt x="13" y="0"/>
                    </a:lnTo>
                    <a:lnTo>
                      <a:pt x="10" y="1"/>
                    </a:lnTo>
                    <a:lnTo>
                      <a:pt x="7" y="2"/>
                    </a:lnTo>
                    <a:lnTo>
                      <a:pt x="4" y="4"/>
                    </a:lnTo>
                    <a:lnTo>
                      <a:pt x="2" y="7"/>
                    </a:lnTo>
                    <a:lnTo>
                      <a:pt x="1" y="9"/>
                    </a:lnTo>
                    <a:lnTo>
                      <a:pt x="0" y="12"/>
                    </a:lnTo>
                    <a:lnTo>
                      <a:pt x="0" y="15"/>
                    </a:lnTo>
                    <a:lnTo>
                      <a:pt x="0" y="17"/>
                    </a:lnTo>
                    <a:lnTo>
                      <a:pt x="1" y="21"/>
                    </a:lnTo>
                    <a:lnTo>
                      <a:pt x="2" y="23"/>
                    </a:lnTo>
                    <a:lnTo>
                      <a:pt x="4" y="26"/>
                    </a:lnTo>
                    <a:lnTo>
                      <a:pt x="100" y="120"/>
                    </a:lnTo>
                    <a:lnTo>
                      <a:pt x="102" y="122"/>
                    </a:lnTo>
                    <a:lnTo>
                      <a:pt x="104" y="123"/>
                    </a:lnTo>
                    <a:lnTo>
                      <a:pt x="107" y="125"/>
                    </a:lnTo>
                    <a:lnTo>
                      <a:pt x="111" y="125"/>
                    </a:lnTo>
                    <a:lnTo>
                      <a:pt x="113" y="125"/>
                    </a:lnTo>
                    <a:lnTo>
                      <a:pt x="116" y="123"/>
                    </a:lnTo>
                    <a:lnTo>
                      <a:pt x="118" y="122"/>
                    </a:lnTo>
                    <a:lnTo>
                      <a:pt x="121" y="120"/>
                    </a:lnTo>
                    <a:lnTo>
                      <a:pt x="122" y="118"/>
                    </a:lnTo>
                    <a:lnTo>
                      <a:pt x="125" y="115"/>
                    </a:lnTo>
                    <a:lnTo>
                      <a:pt x="125" y="113"/>
                    </a:lnTo>
                    <a:lnTo>
                      <a:pt x="126" y="110"/>
                    </a:lnTo>
                    <a:lnTo>
                      <a:pt x="125" y="106"/>
                    </a:lnTo>
                    <a:lnTo>
                      <a:pt x="125" y="104"/>
                    </a:lnTo>
                    <a:lnTo>
                      <a:pt x="122" y="101"/>
                    </a:lnTo>
                    <a:lnTo>
                      <a:pt x="121" y="9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595959"/>
                  </a:buClr>
                  <a:buSzPts val="1800"/>
                  <a:buFont typeface="Trebuchet MS"/>
                  <a:buNone/>
                  <a:tabLst/>
                  <a:defRPr/>
                </a:pPr>
                <a:endParaRPr kumimoji="0" sz="1800" b="0" i="0" u="none" strike="noStrike" kern="0" cap="none" spc="0" normalizeH="0" baseline="0" noProof="0">
                  <a:ln>
                    <a:noFill/>
                  </a:ln>
                  <a:solidFill>
                    <a:srgbClr val="595959"/>
                  </a:solidFill>
                  <a:effectLst/>
                  <a:uLnTx/>
                  <a:uFillTx/>
                  <a:latin typeface="Trebuchet MS"/>
                  <a:ea typeface="Trebuchet MS"/>
                  <a:cs typeface="Trebuchet MS"/>
                  <a:sym typeface="Trebuchet MS"/>
                </a:endParaRPr>
              </a:p>
            </p:txBody>
          </p:sp>
          <p:sp>
            <p:nvSpPr>
              <p:cNvPr id="27" name="Google Shape;371;p7">
                <a:extLst>
                  <a:ext uri="{FF2B5EF4-FFF2-40B4-BE49-F238E27FC236}">
                    <a16:creationId xmlns:a16="http://schemas.microsoft.com/office/drawing/2014/main" id="{054548CE-96A8-EE18-EFFB-843711E56541}"/>
                  </a:ext>
                </a:extLst>
              </p:cNvPr>
              <p:cNvSpPr/>
              <p:nvPr/>
            </p:nvSpPr>
            <p:spPr>
              <a:xfrm>
                <a:off x="5670550" y="2060575"/>
                <a:ext cx="38100" cy="39688"/>
              </a:xfrm>
              <a:custGeom>
                <a:avLst/>
                <a:gdLst/>
                <a:ahLst/>
                <a:cxnLst/>
                <a:rect l="l" t="t" r="r" b="b"/>
                <a:pathLst>
                  <a:path w="124" h="125" extrusionOk="0">
                    <a:moveTo>
                      <a:pt x="98" y="4"/>
                    </a:moveTo>
                    <a:lnTo>
                      <a:pt x="4" y="99"/>
                    </a:lnTo>
                    <a:lnTo>
                      <a:pt x="2" y="101"/>
                    </a:lnTo>
                    <a:lnTo>
                      <a:pt x="1" y="104"/>
                    </a:lnTo>
                    <a:lnTo>
                      <a:pt x="0" y="106"/>
                    </a:lnTo>
                    <a:lnTo>
                      <a:pt x="0" y="110"/>
                    </a:lnTo>
                    <a:lnTo>
                      <a:pt x="0" y="113"/>
                    </a:lnTo>
                    <a:lnTo>
                      <a:pt x="1" y="115"/>
                    </a:lnTo>
                    <a:lnTo>
                      <a:pt x="2" y="118"/>
                    </a:lnTo>
                    <a:lnTo>
                      <a:pt x="4" y="120"/>
                    </a:lnTo>
                    <a:lnTo>
                      <a:pt x="6" y="122"/>
                    </a:lnTo>
                    <a:lnTo>
                      <a:pt x="8" y="123"/>
                    </a:lnTo>
                    <a:lnTo>
                      <a:pt x="11" y="125"/>
                    </a:lnTo>
                    <a:lnTo>
                      <a:pt x="15" y="125"/>
                    </a:lnTo>
                    <a:lnTo>
                      <a:pt x="17" y="125"/>
                    </a:lnTo>
                    <a:lnTo>
                      <a:pt x="20" y="123"/>
                    </a:lnTo>
                    <a:lnTo>
                      <a:pt x="22" y="122"/>
                    </a:lnTo>
                    <a:lnTo>
                      <a:pt x="25" y="120"/>
                    </a:lnTo>
                    <a:lnTo>
                      <a:pt x="120" y="25"/>
                    </a:lnTo>
                    <a:lnTo>
                      <a:pt x="122" y="23"/>
                    </a:lnTo>
                    <a:lnTo>
                      <a:pt x="123" y="21"/>
                    </a:lnTo>
                    <a:lnTo>
                      <a:pt x="124" y="17"/>
                    </a:lnTo>
                    <a:lnTo>
                      <a:pt x="124" y="15"/>
                    </a:lnTo>
                    <a:lnTo>
                      <a:pt x="124" y="12"/>
                    </a:lnTo>
                    <a:lnTo>
                      <a:pt x="123" y="9"/>
                    </a:lnTo>
                    <a:lnTo>
                      <a:pt x="122" y="7"/>
                    </a:lnTo>
                    <a:lnTo>
                      <a:pt x="120" y="4"/>
                    </a:lnTo>
                    <a:lnTo>
                      <a:pt x="118" y="2"/>
                    </a:lnTo>
                    <a:lnTo>
                      <a:pt x="114" y="1"/>
                    </a:lnTo>
                    <a:lnTo>
                      <a:pt x="112" y="0"/>
                    </a:lnTo>
                    <a:lnTo>
                      <a:pt x="109" y="0"/>
                    </a:lnTo>
                    <a:lnTo>
                      <a:pt x="107" y="0"/>
                    </a:lnTo>
                    <a:lnTo>
                      <a:pt x="104" y="1"/>
                    </a:lnTo>
                    <a:lnTo>
                      <a:pt x="100" y="2"/>
                    </a:lnTo>
                    <a:lnTo>
                      <a:pt x="98" y="4"/>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595959"/>
                  </a:buClr>
                  <a:buSzPts val="1800"/>
                  <a:buFont typeface="Trebuchet MS"/>
                  <a:buNone/>
                  <a:tabLst/>
                  <a:defRPr/>
                </a:pPr>
                <a:endParaRPr kumimoji="0" sz="1800" b="0" i="0" u="none" strike="noStrike" kern="0" cap="none" spc="0" normalizeH="0" baseline="0" noProof="0">
                  <a:ln>
                    <a:noFill/>
                  </a:ln>
                  <a:solidFill>
                    <a:srgbClr val="595959"/>
                  </a:solidFill>
                  <a:effectLst/>
                  <a:uLnTx/>
                  <a:uFillTx/>
                  <a:latin typeface="Trebuchet MS"/>
                  <a:ea typeface="Trebuchet MS"/>
                  <a:cs typeface="Trebuchet MS"/>
                  <a:sym typeface="Trebuchet MS"/>
                </a:endParaRPr>
              </a:p>
            </p:txBody>
          </p:sp>
        </p:grpSp>
      </p:grpSp>
      <p:graphicFrame>
        <p:nvGraphicFramePr>
          <p:cNvPr id="29" name="Google Shape;346;p7">
            <a:extLst>
              <a:ext uri="{FF2B5EF4-FFF2-40B4-BE49-F238E27FC236}">
                <a16:creationId xmlns:a16="http://schemas.microsoft.com/office/drawing/2014/main" id="{766E0BDB-0DE3-80B1-4F45-F2591EF9F70E}"/>
              </a:ext>
            </a:extLst>
          </p:cNvPr>
          <p:cNvGraphicFramePr/>
          <p:nvPr>
            <p:extLst>
              <p:ext uri="{D42A27DB-BD31-4B8C-83A1-F6EECF244321}">
                <p14:modId xmlns:p14="http://schemas.microsoft.com/office/powerpoint/2010/main" val="1557902871"/>
              </p:ext>
            </p:extLst>
          </p:nvPr>
        </p:nvGraphicFramePr>
        <p:xfrm>
          <a:off x="7668130" y="1131266"/>
          <a:ext cx="3735901" cy="3652614"/>
        </p:xfrm>
        <a:graphic>
          <a:graphicData uri="http://schemas.openxmlformats.org/drawingml/2006/chart">
            <c:chart xmlns:c="http://schemas.openxmlformats.org/drawingml/2006/chart" xmlns:r="http://schemas.openxmlformats.org/officeDocument/2006/relationships" r:id="rId3"/>
          </a:graphicData>
        </a:graphic>
      </p:graphicFrame>
      <p:sp>
        <p:nvSpPr>
          <p:cNvPr id="30" name="Google Shape;349;p7">
            <a:extLst>
              <a:ext uri="{FF2B5EF4-FFF2-40B4-BE49-F238E27FC236}">
                <a16:creationId xmlns:a16="http://schemas.microsoft.com/office/drawing/2014/main" id="{DF563565-4BD9-516A-91F6-105C18F628A8}"/>
              </a:ext>
            </a:extLst>
          </p:cNvPr>
          <p:cNvSpPr/>
          <p:nvPr/>
        </p:nvSpPr>
        <p:spPr>
          <a:xfrm>
            <a:off x="9111033" y="2377898"/>
            <a:ext cx="851739" cy="868664"/>
          </a:xfrm>
          <a:custGeom>
            <a:avLst/>
            <a:gdLst/>
            <a:ahLst/>
            <a:cxnLst/>
            <a:rect l="l" t="t" r="r" b="b"/>
            <a:pathLst>
              <a:path w="903" h="903" extrusionOk="0">
                <a:moveTo>
                  <a:pt x="714" y="297"/>
                </a:moveTo>
                <a:lnTo>
                  <a:pt x="707" y="296"/>
                </a:lnTo>
                <a:lnTo>
                  <a:pt x="700" y="295"/>
                </a:lnTo>
                <a:lnTo>
                  <a:pt x="692" y="293"/>
                </a:lnTo>
                <a:lnTo>
                  <a:pt x="685" y="290"/>
                </a:lnTo>
                <a:lnTo>
                  <a:pt x="676" y="287"/>
                </a:lnTo>
                <a:lnTo>
                  <a:pt x="669" y="282"/>
                </a:lnTo>
                <a:lnTo>
                  <a:pt x="661" y="277"/>
                </a:lnTo>
                <a:lnTo>
                  <a:pt x="654" y="270"/>
                </a:lnTo>
                <a:lnTo>
                  <a:pt x="718" y="206"/>
                </a:lnTo>
                <a:lnTo>
                  <a:pt x="718" y="206"/>
                </a:lnTo>
                <a:lnTo>
                  <a:pt x="718" y="206"/>
                </a:lnTo>
                <a:lnTo>
                  <a:pt x="804" y="120"/>
                </a:lnTo>
                <a:lnTo>
                  <a:pt x="866" y="120"/>
                </a:lnTo>
                <a:lnTo>
                  <a:pt x="855" y="146"/>
                </a:lnTo>
                <a:lnTo>
                  <a:pt x="843" y="174"/>
                </a:lnTo>
                <a:lnTo>
                  <a:pt x="835" y="189"/>
                </a:lnTo>
                <a:lnTo>
                  <a:pt x="827" y="204"/>
                </a:lnTo>
                <a:lnTo>
                  <a:pt x="817" y="218"/>
                </a:lnTo>
                <a:lnTo>
                  <a:pt x="807" y="232"/>
                </a:lnTo>
                <a:lnTo>
                  <a:pt x="798" y="246"/>
                </a:lnTo>
                <a:lnTo>
                  <a:pt x="787" y="258"/>
                </a:lnTo>
                <a:lnTo>
                  <a:pt x="776" y="268"/>
                </a:lnTo>
                <a:lnTo>
                  <a:pt x="764" y="278"/>
                </a:lnTo>
                <a:lnTo>
                  <a:pt x="753" y="285"/>
                </a:lnTo>
                <a:lnTo>
                  <a:pt x="740" y="292"/>
                </a:lnTo>
                <a:lnTo>
                  <a:pt x="733" y="294"/>
                </a:lnTo>
                <a:lnTo>
                  <a:pt x="727" y="295"/>
                </a:lnTo>
                <a:lnTo>
                  <a:pt x="720" y="296"/>
                </a:lnTo>
                <a:lnTo>
                  <a:pt x="714" y="297"/>
                </a:lnTo>
                <a:close/>
                <a:moveTo>
                  <a:pt x="409" y="472"/>
                </a:moveTo>
                <a:lnTo>
                  <a:pt x="402" y="468"/>
                </a:lnTo>
                <a:lnTo>
                  <a:pt x="395" y="464"/>
                </a:lnTo>
                <a:lnTo>
                  <a:pt x="388" y="460"/>
                </a:lnTo>
                <a:lnTo>
                  <a:pt x="380" y="457"/>
                </a:lnTo>
                <a:lnTo>
                  <a:pt x="372" y="455"/>
                </a:lnTo>
                <a:lnTo>
                  <a:pt x="363" y="453"/>
                </a:lnTo>
                <a:lnTo>
                  <a:pt x="355" y="452"/>
                </a:lnTo>
                <a:lnTo>
                  <a:pt x="346" y="452"/>
                </a:lnTo>
                <a:lnTo>
                  <a:pt x="335" y="452"/>
                </a:lnTo>
                <a:lnTo>
                  <a:pt x="325" y="454"/>
                </a:lnTo>
                <a:lnTo>
                  <a:pt x="315" y="456"/>
                </a:lnTo>
                <a:lnTo>
                  <a:pt x="305" y="459"/>
                </a:lnTo>
                <a:lnTo>
                  <a:pt x="296" y="465"/>
                </a:lnTo>
                <a:lnTo>
                  <a:pt x="287" y="470"/>
                </a:lnTo>
                <a:lnTo>
                  <a:pt x="280" y="475"/>
                </a:lnTo>
                <a:lnTo>
                  <a:pt x="272" y="483"/>
                </a:lnTo>
                <a:lnTo>
                  <a:pt x="265" y="490"/>
                </a:lnTo>
                <a:lnTo>
                  <a:pt x="259" y="498"/>
                </a:lnTo>
                <a:lnTo>
                  <a:pt x="254" y="506"/>
                </a:lnTo>
                <a:lnTo>
                  <a:pt x="250" y="516"/>
                </a:lnTo>
                <a:lnTo>
                  <a:pt x="245" y="526"/>
                </a:lnTo>
                <a:lnTo>
                  <a:pt x="243" y="535"/>
                </a:lnTo>
                <a:lnTo>
                  <a:pt x="241" y="546"/>
                </a:lnTo>
                <a:lnTo>
                  <a:pt x="241" y="557"/>
                </a:lnTo>
                <a:lnTo>
                  <a:pt x="241" y="568"/>
                </a:lnTo>
                <a:lnTo>
                  <a:pt x="243" y="578"/>
                </a:lnTo>
                <a:lnTo>
                  <a:pt x="245" y="588"/>
                </a:lnTo>
                <a:lnTo>
                  <a:pt x="250" y="598"/>
                </a:lnTo>
                <a:lnTo>
                  <a:pt x="254" y="607"/>
                </a:lnTo>
                <a:lnTo>
                  <a:pt x="259" y="616"/>
                </a:lnTo>
                <a:lnTo>
                  <a:pt x="265" y="623"/>
                </a:lnTo>
                <a:lnTo>
                  <a:pt x="272" y="631"/>
                </a:lnTo>
                <a:lnTo>
                  <a:pt x="280" y="638"/>
                </a:lnTo>
                <a:lnTo>
                  <a:pt x="287" y="644"/>
                </a:lnTo>
                <a:lnTo>
                  <a:pt x="296" y="649"/>
                </a:lnTo>
                <a:lnTo>
                  <a:pt x="305" y="654"/>
                </a:lnTo>
                <a:lnTo>
                  <a:pt x="315" y="658"/>
                </a:lnTo>
                <a:lnTo>
                  <a:pt x="325" y="660"/>
                </a:lnTo>
                <a:lnTo>
                  <a:pt x="335" y="662"/>
                </a:lnTo>
                <a:lnTo>
                  <a:pt x="346" y="662"/>
                </a:lnTo>
                <a:lnTo>
                  <a:pt x="357" y="662"/>
                </a:lnTo>
                <a:lnTo>
                  <a:pt x="367" y="660"/>
                </a:lnTo>
                <a:lnTo>
                  <a:pt x="377" y="658"/>
                </a:lnTo>
                <a:lnTo>
                  <a:pt x="387" y="653"/>
                </a:lnTo>
                <a:lnTo>
                  <a:pt x="396" y="649"/>
                </a:lnTo>
                <a:lnTo>
                  <a:pt x="405" y="644"/>
                </a:lnTo>
                <a:lnTo>
                  <a:pt x="414" y="638"/>
                </a:lnTo>
                <a:lnTo>
                  <a:pt x="421" y="631"/>
                </a:lnTo>
                <a:lnTo>
                  <a:pt x="428" y="623"/>
                </a:lnTo>
                <a:lnTo>
                  <a:pt x="434" y="616"/>
                </a:lnTo>
                <a:lnTo>
                  <a:pt x="438" y="607"/>
                </a:lnTo>
                <a:lnTo>
                  <a:pt x="444" y="598"/>
                </a:lnTo>
                <a:lnTo>
                  <a:pt x="447" y="588"/>
                </a:lnTo>
                <a:lnTo>
                  <a:pt x="449" y="578"/>
                </a:lnTo>
                <a:lnTo>
                  <a:pt x="451" y="568"/>
                </a:lnTo>
                <a:lnTo>
                  <a:pt x="451" y="557"/>
                </a:lnTo>
                <a:lnTo>
                  <a:pt x="451" y="548"/>
                </a:lnTo>
                <a:lnTo>
                  <a:pt x="450" y="540"/>
                </a:lnTo>
                <a:lnTo>
                  <a:pt x="448" y="531"/>
                </a:lnTo>
                <a:lnTo>
                  <a:pt x="446" y="522"/>
                </a:lnTo>
                <a:lnTo>
                  <a:pt x="443" y="515"/>
                </a:lnTo>
                <a:lnTo>
                  <a:pt x="439" y="507"/>
                </a:lnTo>
                <a:lnTo>
                  <a:pt x="435" y="501"/>
                </a:lnTo>
                <a:lnTo>
                  <a:pt x="431" y="494"/>
                </a:lnTo>
                <a:lnTo>
                  <a:pt x="494" y="429"/>
                </a:lnTo>
                <a:lnTo>
                  <a:pt x="505" y="443"/>
                </a:lnTo>
                <a:lnTo>
                  <a:pt x="514" y="457"/>
                </a:lnTo>
                <a:lnTo>
                  <a:pt x="522" y="472"/>
                </a:lnTo>
                <a:lnTo>
                  <a:pt x="529" y="488"/>
                </a:lnTo>
                <a:lnTo>
                  <a:pt x="535" y="504"/>
                </a:lnTo>
                <a:lnTo>
                  <a:pt x="538" y="521"/>
                </a:lnTo>
                <a:lnTo>
                  <a:pt x="541" y="539"/>
                </a:lnTo>
                <a:lnTo>
                  <a:pt x="542" y="557"/>
                </a:lnTo>
                <a:lnTo>
                  <a:pt x="541" y="577"/>
                </a:lnTo>
                <a:lnTo>
                  <a:pt x="538" y="596"/>
                </a:lnTo>
                <a:lnTo>
                  <a:pt x="533" y="615"/>
                </a:lnTo>
                <a:lnTo>
                  <a:pt x="526" y="633"/>
                </a:lnTo>
                <a:lnTo>
                  <a:pt x="518" y="650"/>
                </a:lnTo>
                <a:lnTo>
                  <a:pt x="508" y="666"/>
                </a:lnTo>
                <a:lnTo>
                  <a:pt x="497" y="681"/>
                </a:lnTo>
                <a:lnTo>
                  <a:pt x="484" y="695"/>
                </a:lnTo>
                <a:lnTo>
                  <a:pt x="470" y="708"/>
                </a:lnTo>
                <a:lnTo>
                  <a:pt x="455" y="719"/>
                </a:lnTo>
                <a:lnTo>
                  <a:pt x="439" y="728"/>
                </a:lnTo>
                <a:lnTo>
                  <a:pt x="422" y="737"/>
                </a:lnTo>
                <a:lnTo>
                  <a:pt x="404" y="743"/>
                </a:lnTo>
                <a:lnTo>
                  <a:pt x="386" y="749"/>
                </a:lnTo>
                <a:lnTo>
                  <a:pt x="366" y="752"/>
                </a:lnTo>
                <a:lnTo>
                  <a:pt x="346" y="752"/>
                </a:lnTo>
                <a:lnTo>
                  <a:pt x="326" y="751"/>
                </a:lnTo>
                <a:lnTo>
                  <a:pt x="306" y="749"/>
                </a:lnTo>
                <a:lnTo>
                  <a:pt x="288" y="743"/>
                </a:lnTo>
                <a:lnTo>
                  <a:pt x="270" y="737"/>
                </a:lnTo>
                <a:lnTo>
                  <a:pt x="253" y="728"/>
                </a:lnTo>
                <a:lnTo>
                  <a:pt x="237" y="719"/>
                </a:lnTo>
                <a:lnTo>
                  <a:pt x="222" y="708"/>
                </a:lnTo>
                <a:lnTo>
                  <a:pt x="208" y="695"/>
                </a:lnTo>
                <a:lnTo>
                  <a:pt x="195" y="681"/>
                </a:lnTo>
                <a:lnTo>
                  <a:pt x="184" y="666"/>
                </a:lnTo>
                <a:lnTo>
                  <a:pt x="174" y="650"/>
                </a:lnTo>
                <a:lnTo>
                  <a:pt x="166" y="633"/>
                </a:lnTo>
                <a:lnTo>
                  <a:pt x="159" y="615"/>
                </a:lnTo>
                <a:lnTo>
                  <a:pt x="154" y="596"/>
                </a:lnTo>
                <a:lnTo>
                  <a:pt x="152" y="577"/>
                </a:lnTo>
                <a:lnTo>
                  <a:pt x="151" y="557"/>
                </a:lnTo>
                <a:lnTo>
                  <a:pt x="152" y="536"/>
                </a:lnTo>
                <a:lnTo>
                  <a:pt x="154" y="517"/>
                </a:lnTo>
                <a:lnTo>
                  <a:pt x="159" y="499"/>
                </a:lnTo>
                <a:lnTo>
                  <a:pt x="166" y="481"/>
                </a:lnTo>
                <a:lnTo>
                  <a:pt x="174" y="464"/>
                </a:lnTo>
                <a:lnTo>
                  <a:pt x="184" y="447"/>
                </a:lnTo>
                <a:lnTo>
                  <a:pt x="195" y="432"/>
                </a:lnTo>
                <a:lnTo>
                  <a:pt x="208" y="418"/>
                </a:lnTo>
                <a:lnTo>
                  <a:pt x="222" y="406"/>
                </a:lnTo>
                <a:lnTo>
                  <a:pt x="237" y="395"/>
                </a:lnTo>
                <a:lnTo>
                  <a:pt x="253" y="385"/>
                </a:lnTo>
                <a:lnTo>
                  <a:pt x="270" y="377"/>
                </a:lnTo>
                <a:lnTo>
                  <a:pt x="288" y="370"/>
                </a:lnTo>
                <a:lnTo>
                  <a:pt x="306" y="365"/>
                </a:lnTo>
                <a:lnTo>
                  <a:pt x="326" y="362"/>
                </a:lnTo>
                <a:lnTo>
                  <a:pt x="346" y="362"/>
                </a:lnTo>
                <a:lnTo>
                  <a:pt x="364" y="362"/>
                </a:lnTo>
                <a:lnTo>
                  <a:pt x="381" y="365"/>
                </a:lnTo>
                <a:lnTo>
                  <a:pt x="399" y="368"/>
                </a:lnTo>
                <a:lnTo>
                  <a:pt x="415" y="373"/>
                </a:lnTo>
                <a:lnTo>
                  <a:pt x="431" y="381"/>
                </a:lnTo>
                <a:lnTo>
                  <a:pt x="446" y="388"/>
                </a:lnTo>
                <a:lnTo>
                  <a:pt x="460" y="398"/>
                </a:lnTo>
                <a:lnTo>
                  <a:pt x="474" y="409"/>
                </a:lnTo>
                <a:lnTo>
                  <a:pt x="409" y="472"/>
                </a:lnTo>
                <a:close/>
                <a:moveTo>
                  <a:pt x="421" y="557"/>
                </a:moveTo>
                <a:lnTo>
                  <a:pt x="421" y="564"/>
                </a:lnTo>
                <a:lnTo>
                  <a:pt x="420" y="572"/>
                </a:lnTo>
                <a:lnTo>
                  <a:pt x="418" y="579"/>
                </a:lnTo>
                <a:lnTo>
                  <a:pt x="416" y="586"/>
                </a:lnTo>
                <a:lnTo>
                  <a:pt x="413" y="592"/>
                </a:lnTo>
                <a:lnTo>
                  <a:pt x="408" y="599"/>
                </a:lnTo>
                <a:lnTo>
                  <a:pt x="404" y="605"/>
                </a:lnTo>
                <a:lnTo>
                  <a:pt x="400" y="610"/>
                </a:lnTo>
                <a:lnTo>
                  <a:pt x="394" y="615"/>
                </a:lnTo>
                <a:lnTo>
                  <a:pt x="388" y="619"/>
                </a:lnTo>
                <a:lnTo>
                  <a:pt x="382" y="623"/>
                </a:lnTo>
                <a:lnTo>
                  <a:pt x="375" y="627"/>
                </a:lnTo>
                <a:lnTo>
                  <a:pt x="369" y="629"/>
                </a:lnTo>
                <a:lnTo>
                  <a:pt x="361" y="631"/>
                </a:lnTo>
                <a:lnTo>
                  <a:pt x="354" y="632"/>
                </a:lnTo>
                <a:lnTo>
                  <a:pt x="346" y="632"/>
                </a:lnTo>
                <a:lnTo>
                  <a:pt x="339" y="632"/>
                </a:lnTo>
                <a:lnTo>
                  <a:pt x="331" y="631"/>
                </a:lnTo>
                <a:lnTo>
                  <a:pt x="324" y="629"/>
                </a:lnTo>
                <a:lnTo>
                  <a:pt x="317" y="627"/>
                </a:lnTo>
                <a:lnTo>
                  <a:pt x="311" y="623"/>
                </a:lnTo>
                <a:lnTo>
                  <a:pt x="304" y="619"/>
                </a:lnTo>
                <a:lnTo>
                  <a:pt x="298" y="615"/>
                </a:lnTo>
                <a:lnTo>
                  <a:pt x="292" y="610"/>
                </a:lnTo>
                <a:lnTo>
                  <a:pt x="288" y="605"/>
                </a:lnTo>
                <a:lnTo>
                  <a:pt x="284" y="599"/>
                </a:lnTo>
                <a:lnTo>
                  <a:pt x="280" y="592"/>
                </a:lnTo>
                <a:lnTo>
                  <a:pt x="276" y="586"/>
                </a:lnTo>
                <a:lnTo>
                  <a:pt x="274" y="579"/>
                </a:lnTo>
                <a:lnTo>
                  <a:pt x="272" y="572"/>
                </a:lnTo>
                <a:lnTo>
                  <a:pt x="271" y="564"/>
                </a:lnTo>
                <a:lnTo>
                  <a:pt x="271" y="557"/>
                </a:lnTo>
                <a:lnTo>
                  <a:pt x="271" y="549"/>
                </a:lnTo>
                <a:lnTo>
                  <a:pt x="272" y="542"/>
                </a:lnTo>
                <a:lnTo>
                  <a:pt x="274" y="534"/>
                </a:lnTo>
                <a:lnTo>
                  <a:pt x="276" y="528"/>
                </a:lnTo>
                <a:lnTo>
                  <a:pt x="280" y="521"/>
                </a:lnTo>
                <a:lnTo>
                  <a:pt x="284" y="515"/>
                </a:lnTo>
                <a:lnTo>
                  <a:pt x="288" y="509"/>
                </a:lnTo>
                <a:lnTo>
                  <a:pt x="292" y="503"/>
                </a:lnTo>
                <a:lnTo>
                  <a:pt x="298" y="499"/>
                </a:lnTo>
                <a:lnTo>
                  <a:pt x="304" y="495"/>
                </a:lnTo>
                <a:lnTo>
                  <a:pt x="311" y="490"/>
                </a:lnTo>
                <a:lnTo>
                  <a:pt x="317" y="487"/>
                </a:lnTo>
                <a:lnTo>
                  <a:pt x="324" y="485"/>
                </a:lnTo>
                <a:lnTo>
                  <a:pt x="331" y="483"/>
                </a:lnTo>
                <a:lnTo>
                  <a:pt x="339" y="482"/>
                </a:lnTo>
                <a:lnTo>
                  <a:pt x="346" y="482"/>
                </a:lnTo>
                <a:lnTo>
                  <a:pt x="358" y="483"/>
                </a:lnTo>
                <a:lnTo>
                  <a:pt x="369" y="485"/>
                </a:lnTo>
                <a:lnTo>
                  <a:pt x="378" y="489"/>
                </a:lnTo>
                <a:lnTo>
                  <a:pt x="388" y="494"/>
                </a:lnTo>
                <a:lnTo>
                  <a:pt x="354" y="528"/>
                </a:lnTo>
                <a:lnTo>
                  <a:pt x="350" y="527"/>
                </a:lnTo>
                <a:lnTo>
                  <a:pt x="346" y="527"/>
                </a:lnTo>
                <a:lnTo>
                  <a:pt x="340" y="527"/>
                </a:lnTo>
                <a:lnTo>
                  <a:pt x="334" y="529"/>
                </a:lnTo>
                <a:lnTo>
                  <a:pt x="329" y="532"/>
                </a:lnTo>
                <a:lnTo>
                  <a:pt x="325" y="535"/>
                </a:lnTo>
                <a:lnTo>
                  <a:pt x="321" y="540"/>
                </a:lnTo>
                <a:lnTo>
                  <a:pt x="318" y="545"/>
                </a:lnTo>
                <a:lnTo>
                  <a:pt x="317" y="550"/>
                </a:lnTo>
                <a:lnTo>
                  <a:pt x="316" y="557"/>
                </a:lnTo>
                <a:lnTo>
                  <a:pt x="317" y="563"/>
                </a:lnTo>
                <a:lnTo>
                  <a:pt x="318" y="569"/>
                </a:lnTo>
                <a:lnTo>
                  <a:pt x="321" y="574"/>
                </a:lnTo>
                <a:lnTo>
                  <a:pt x="325" y="578"/>
                </a:lnTo>
                <a:lnTo>
                  <a:pt x="329" y="581"/>
                </a:lnTo>
                <a:lnTo>
                  <a:pt x="334" y="585"/>
                </a:lnTo>
                <a:lnTo>
                  <a:pt x="340" y="586"/>
                </a:lnTo>
                <a:lnTo>
                  <a:pt x="346" y="587"/>
                </a:lnTo>
                <a:lnTo>
                  <a:pt x="352" y="586"/>
                </a:lnTo>
                <a:lnTo>
                  <a:pt x="358" y="585"/>
                </a:lnTo>
                <a:lnTo>
                  <a:pt x="363" y="581"/>
                </a:lnTo>
                <a:lnTo>
                  <a:pt x="367" y="578"/>
                </a:lnTo>
                <a:lnTo>
                  <a:pt x="371" y="574"/>
                </a:lnTo>
                <a:lnTo>
                  <a:pt x="374" y="569"/>
                </a:lnTo>
                <a:lnTo>
                  <a:pt x="376" y="563"/>
                </a:lnTo>
                <a:lnTo>
                  <a:pt x="376" y="557"/>
                </a:lnTo>
                <a:lnTo>
                  <a:pt x="376" y="553"/>
                </a:lnTo>
                <a:lnTo>
                  <a:pt x="375" y="549"/>
                </a:lnTo>
                <a:lnTo>
                  <a:pt x="409" y="515"/>
                </a:lnTo>
                <a:lnTo>
                  <a:pt x="414" y="525"/>
                </a:lnTo>
                <a:lnTo>
                  <a:pt x="418" y="534"/>
                </a:lnTo>
                <a:lnTo>
                  <a:pt x="420" y="545"/>
                </a:lnTo>
                <a:lnTo>
                  <a:pt x="421" y="557"/>
                </a:lnTo>
                <a:close/>
                <a:moveTo>
                  <a:pt x="662" y="557"/>
                </a:moveTo>
                <a:lnTo>
                  <a:pt x="661" y="573"/>
                </a:lnTo>
                <a:lnTo>
                  <a:pt x="660" y="589"/>
                </a:lnTo>
                <a:lnTo>
                  <a:pt x="658" y="605"/>
                </a:lnTo>
                <a:lnTo>
                  <a:pt x="656" y="620"/>
                </a:lnTo>
                <a:lnTo>
                  <a:pt x="653" y="636"/>
                </a:lnTo>
                <a:lnTo>
                  <a:pt x="648" y="651"/>
                </a:lnTo>
                <a:lnTo>
                  <a:pt x="643" y="665"/>
                </a:lnTo>
                <a:lnTo>
                  <a:pt x="638" y="680"/>
                </a:lnTo>
                <a:lnTo>
                  <a:pt x="631" y="694"/>
                </a:lnTo>
                <a:lnTo>
                  <a:pt x="624" y="707"/>
                </a:lnTo>
                <a:lnTo>
                  <a:pt x="616" y="721"/>
                </a:lnTo>
                <a:lnTo>
                  <a:pt x="608" y="734"/>
                </a:lnTo>
                <a:lnTo>
                  <a:pt x="599" y="746"/>
                </a:lnTo>
                <a:lnTo>
                  <a:pt x="589" y="757"/>
                </a:lnTo>
                <a:lnTo>
                  <a:pt x="580" y="769"/>
                </a:lnTo>
                <a:lnTo>
                  <a:pt x="569" y="780"/>
                </a:lnTo>
                <a:lnTo>
                  <a:pt x="558" y="791"/>
                </a:lnTo>
                <a:lnTo>
                  <a:pt x="547" y="800"/>
                </a:lnTo>
                <a:lnTo>
                  <a:pt x="535" y="810"/>
                </a:lnTo>
                <a:lnTo>
                  <a:pt x="523" y="818"/>
                </a:lnTo>
                <a:lnTo>
                  <a:pt x="510" y="827"/>
                </a:lnTo>
                <a:lnTo>
                  <a:pt x="496" y="835"/>
                </a:lnTo>
                <a:lnTo>
                  <a:pt x="483" y="842"/>
                </a:lnTo>
                <a:lnTo>
                  <a:pt x="469" y="848"/>
                </a:lnTo>
                <a:lnTo>
                  <a:pt x="454" y="854"/>
                </a:lnTo>
                <a:lnTo>
                  <a:pt x="440" y="858"/>
                </a:lnTo>
                <a:lnTo>
                  <a:pt x="425" y="862"/>
                </a:lnTo>
                <a:lnTo>
                  <a:pt x="409" y="867"/>
                </a:lnTo>
                <a:lnTo>
                  <a:pt x="394" y="869"/>
                </a:lnTo>
                <a:lnTo>
                  <a:pt x="378" y="871"/>
                </a:lnTo>
                <a:lnTo>
                  <a:pt x="362" y="872"/>
                </a:lnTo>
                <a:lnTo>
                  <a:pt x="346" y="873"/>
                </a:lnTo>
                <a:lnTo>
                  <a:pt x="330" y="872"/>
                </a:lnTo>
                <a:lnTo>
                  <a:pt x="314" y="871"/>
                </a:lnTo>
                <a:lnTo>
                  <a:pt x="298" y="869"/>
                </a:lnTo>
                <a:lnTo>
                  <a:pt x="283" y="867"/>
                </a:lnTo>
                <a:lnTo>
                  <a:pt x="267" y="862"/>
                </a:lnTo>
                <a:lnTo>
                  <a:pt x="253" y="858"/>
                </a:lnTo>
                <a:lnTo>
                  <a:pt x="238" y="854"/>
                </a:lnTo>
                <a:lnTo>
                  <a:pt x="223" y="848"/>
                </a:lnTo>
                <a:lnTo>
                  <a:pt x="209" y="842"/>
                </a:lnTo>
                <a:lnTo>
                  <a:pt x="196" y="835"/>
                </a:lnTo>
                <a:lnTo>
                  <a:pt x="182" y="827"/>
                </a:lnTo>
                <a:lnTo>
                  <a:pt x="169" y="818"/>
                </a:lnTo>
                <a:lnTo>
                  <a:pt x="157" y="810"/>
                </a:lnTo>
                <a:lnTo>
                  <a:pt x="145" y="800"/>
                </a:lnTo>
                <a:lnTo>
                  <a:pt x="134" y="791"/>
                </a:lnTo>
                <a:lnTo>
                  <a:pt x="123" y="780"/>
                </a:lnTo>
                <a:lnTo>
                  <a:pt x="112" y="769"/>
                </a:lnTo>
                <a:lnTo>
                  <a:pt x="103" y="757"/>
                </a:lnTo>
                <a:lnTo>
                  <a:pt x="93" y="746"/>
                </a:lnTo>
                <a:lnTo>
                  <a:pt x="84" y="734"/>
                </a:lnTo>
                <a:lnTo>
                  <a:pt x="76" y="721"/>
                </a:lnTo>
                <a:lnTo>
                  <a:pt x="68" y="707"/>
                </a:lnTo>
                <a:lnTo>
                  <a:pt x="61" y="694"/>
                </a:lnTo>
                <a:lnTo>
                  <a:pt x="55" y="680"/>
                </a:lnTo>
                <a:lnTo>
                  <a:pt x="49" y="665"/>
                </a:lnTo>
                <a:lnTo>
                  <a:pt x="45" y="651"/>
                </a:lnTo>
                <a:lnTo>
                  <a:pt x="40" y="636"/>
                </a:lnTo>
                <a:lnTo>
                  <a:pt x="36" y="620"/>
                </a:lnTo>
                <a:lnTo>
                  <a:pt x="34" y="605"/>
                </a:lnTo>
                <a:lnTo>
                  <a:pt x="32" y="589"/>
                </a:lnTo>
                <a:lnTo>
                  <a:pt x="31" y="573"/>
                </a:lnTo>
                <a:lnTo>
                  <a:pt x="30" y="557"/>
                </a:lnTo>
                <a:lnTo>
                  <a:pt x="31" y="541"/>
                </a:lnTo>
                <a:lnTo>
                  <a:pt x="32" y="525"/>
                </a:lnTo>
                <a:lnTo>
                  <a:pt x="34" y="509"/>
                </a:lnTo>
                <a:lnTo>
                  <a:pt x="36" y="494"/>
                </a:lnTo>
                <a:lnTo>
                  <a:pt x="40" y="477"/>
                </a:lnTo>
                <a:lnTo>
                  <a:pt x="45" y="462"/>
                </a:lnTo>
                <a:lnTo>
                  <a:pt x="49" y="448"/>
                </a:lnTo>
                <a:lnTo>
                  <a:pt x="55" y="433"/>
                </a:lnTo>
                <a:lnTo>
                  <a:pt x="61" y="420"/>
                </a:lnTo>
                <a:lnTo>
                  <a:pt x="68" y="407"/>
                </a:lnTo>
                <a:lnTo>
                  <a:pt x="76" y="393"/>
                </a:lnTo>
                <a:lnTo>
                  <a:pt x="84" y="380"/>
                </a:lnTo>
                <a:lnTo>
                  <a:pt x="93" y="368"/>
                </a:lnTo>
                <a:lnTo>
                  <a:pt x="103" y="356"/>
                </a:lnTo>
                <a:lnTo>
                  <a:pt x="112" y="344"/>
                </a:lnTo>
                <a:lnTo>
                  <a:pt x="123" y="334"/>
                </a:lnTo>
                <a:lnTo>
                  <a:pt x="134" y="323"/>
                </a:lnTo>
                <a:lnTo>
                  <a:pt x="145" y="313"/>
                </a:lnTo>
                <a:lnTo>
                  <a:pt x="157" y="304"/>
                </a:lnTo>
                <a:lnTo>
                  <a:pt x="169" y="295"/>
                </a:lnTo>
                <a:lnTo>
                  <a:pt x="182" y="287"/>
                </a:lnTo>
                <a:lnTo>
                  <a:pt x="196" y="279"/>
                </a:lnTo>
                <a:lnTo>
                  <a:pt x="209" y="272"/>
                </a:lnTo>
                <a:lnTo>
                  <a:pt x="223" y="265"/>
                </a:lnTo>
                <a:lnTo>
                  <a:pt x="238" y="260"/>
                </a:lnTo>
                <a:lnTo>
                  <a:pt x="253" y="255"/>
                </a:lnTo>
                <a:lnTo>
                  <a:pt x="267" y="251"/>
                </a:lnTo>
                <a:lnTo>
                  <a:pt x="283" y="247"/>
                </a:lnTo>
                <a:lnTo>
                  <a:pt x="298" y="245"/>
                </a:lnTo>
                <a:lnTo>
                  <a:pt x="314" y="243"/>
                </a:lnTo>
                <a:lnTo>
                  <a:pt x="330" y="242"/>
                </a:lnTo>
                <a:lnTo>
                  <a:pt x="346" y="240"/>
                </a:lnTo>
                <a:lnTo>
                  <a:pt x="361" y="242"/>
                </a:lnTo>
                <a:lnTo>
                  <a:pt x="376" y="243"/>
                </a:lnTo>
                <a:lnTo>
                  <a:pt x="391" y="244"/>
                </a:lnTo>
                <a:lnTo>
                  <a:pt x="406" y="247"/>
                </a:lnTo>
                <a:lnTo>
                  <a:pt x="420" y="250"/>
                </a:lnTo>
                <a:lnTo>
                  <a:pt x="434" y="253"/>
                </a:lnTo>
                <a:lnTo>
                  <a:pt x="448" y="258"/>
                </a:lnTo>
                <a:lnTo>
                  <a:pt x="462" y="263"/>
                </a:lnTo>
                <a:lnTo>
                  <a:pt x="475" y="268"/>
                </a:lnTo>
                <a:lnTo>
                  <a:pt x="488" y="275"/>
                </a:lnTo>
                <a:lnTo>
                  <a:pt x="500" y="281"/>
                </a:lnTo>
                <a:lnTo>
                  <a:pt x="513" y="289"/>
                </a:lnTo>
                <a:lnTo>
                  <a:pt x="525" y="296"/>
                </a:lnTo>
                <a:lnTo>
                  <a:pt x="537" y="305"/>
                </a:lnTo>
                <a:lnTo>
                  <a:pt x="548" y="313"/>
                </a:lnTo>
                <a:lnTo>
                  <a:pt x="558" y="323"/>
                </a:lnTo>
                <a:lnTo>
                  <a:pt x="494" y="387"/>
                </a:lnTo>
                <a:lnTo>
                  <a:pt x="479" y="375"/>
                </a:lnTo>
                <a:lnTo>
                  <a:pt x="463" y="364"/>
                </a:lnTo>
                <a:lnTo>
                  <a:pt x="445" y="354"/>
                </a:lnTo>
                <a:lnTo>
                  <a:pt x="426" y="346"/>
                </a:lnTo>
                <a:lnTo>
                  <a:pt x="407" y="339"/>
                </a:lnTo>
                <a:lnTo>
                  <a:pt x="388" y="335"/>
                </a:lnTo>
                <a:lnTo>
                  <a:pt x="367" y="332"/>
                </a:lnTo>
                <a:lnTo>
                  <a:pt x="346" y="331"/>
                </a:lnTo>
                <a:lnTo>
                  <a:pt x="334" y="332"/>
                </a:lnTo>
                <a:lnTo>
                  <a:pt x="324" y="333"/>
                </a:lnTo>
                <a:lnTo>
                  <a:pt x="312" y="334"/>
                </a:lnTo>
                <a:lnTo>
                  <a:pt x="301" y="336"/>
                </a:lnTo>
                <a:lnTo>
                  <a:pt x="290" y="338"/>
                </a:lnTo>
                <a:lnTo>
                  <a:pt x="280" y="341"/>
                </a:lnTo>
                <a:lnTo>
                  <a:pt x="269" y="344"/>
                </a:lnTo>
                <a:lnTo>
                  <a:pt x="258" y="349"/>
                </a:lnTo>
                <a:lnTo>
                  <a:pt x="239" y="358"/>
                </a:lnTo>
                <a:lnTo>
                  <a:pt x="219" y="369"/>
                </a:lnTo>
                <a:lnTo>
                  <a:pt x="202" y="383"/>
                </a:lnTo>
                <a:lnTo>
                  <a:pt x="186" y="397"/>
                </a:lnTo>
                <a:lnTo>
                  <a:pt x="172" y="413"/>
                </a:lnTo>
                <a:lnTo>
                  <a:pt x="159" y="430"/>
                </a:lnTo>
                <a:lnTo>
                  <a:pt x="148" y="450"/>
                </a:lnTo>
                <a:lnTo>
                  <a:pt x="138" y="469"/>
                </a:lnTo>
                <a:lnTo>
                  <a:pt x="134" y="480"/>
                </a:lnTo>
                <a:lnTo>
                  <a:pt x="130" y="489"/>
                </a:lnTo>
                <a:lnTo>
                  <a:pt x="127" y="500"/>
                </a:lnTo>
                <a:lnTo>
                  <a:pt x="125" y="512"/>
                </a:lnTo>
                <a:lnTo>
                  <a:pt x="123" y="522"/>
                </a:lnTo>
                <a:lnTo>
                  <a:pt x="122" y="534"/>
                </a:lnTo>
                <a:lnTo>
                  <a:pt x="121" y="545"/>
                </a:lnTo>
                <a:lnTo>
                  <a:pt x="121" y="557"/>
                </a:lnTo>
                <a:lnTo>
                  <a:pt x="121" y="569"/>
                </a:lnTo>
                <a:lnTo>
                  <a:pt x="122" y="579"/>
                </a:lnTo>
                <a:lnTo>
                  <a:pt x="123" y="591"/>
                </a:lnTo>
                <a:lnTo>
                  <a:pt x="125" y="602"/>
                </a:lnTo>
                <a:lnTo>
                  <a:pt x="127" y="614"/>
                </a:lnTo>
                <a:lnTo>
                  <a:pt x="130" y="624"/>
                </a:lnTo>
                <a:lnTo>
                  <a:pt x="134" y="634"/>
                </a:lnTo>
                <a:lnTo>
                  <a:pt x="138" y="645"/>
                </a:lnTo>
                <a:lnTo>
                  <a:pt x="148" y="664"/>
                </a:lnTo>
                <a:lnTo>
                  <a:pt x="159" y="683"/>
                </a:lnTo>
                <a:lnTo>
                  <a:pt x="172" y="700"/>
                </a:lnTo>
                <a:lnTo>
                  <a:pt x="186" y="717"/>
                </a:lnTo>
                <a:lnTo>
                  <a:pt x="202" y="731"/>
                </a:lnTo>
                <a:lnTo>
                  <a:pt x="219" y="743"/>
                </a:lnTo>
                <a:lnTo>
                  <a:pt x="239" y="755"/>
                </a:lnTo>
                <a:lnTo>
                  <a:pt x="258" y="765"/>
                </a:lnTo>
                <a:lnTo>
                  <a:pt x="269" y="769"/>
                </a:lnTo>
                <a:lnTo>
                  <a:pt x="280" y="772"/>
                </a:lnTo>
                <a:lnTo>
                  <a:pt x="290" y="776"/>
                </a:lnTo>
                <a:lnTo>
                  <a:pt x="301" y="778"/>
                </a:lnTo>
                <a:lnTo>
                  <a:pt x="312" y="780"/>
                </a:lnTo>
                <a:lnTo>
                  <a:pt x="324" y="781"/>
                </a:lnTo>
                <a:lnTo>
                  <a:pt x="334" y="782"/>
                </a:lnTo>
                <a:lnTo>
                  <a:pt x="346" y="783"/>
                </a:lnTo>
                <a:lnTo>
                  <a:pt x="358" y="782"/>
                </a:lnTo>
                <a:lnTo>
                  <a:pt x="370" y="781"/>
                </a:lnTo>
                <a:lnTo>
                  <a:pt x="380" y="780"/>
                </a:lnTo>
                <a:lnTo>
                  <a:pt x="391" y="778"/>
                </a:lnTo>
                <a:lnTo>
                  <a:pt x="403" y="776"/>
                </a:lnTo>
                <a:lnTo>
                  <a:pt x="414" y="772"/>
                </a:lnTo>
                <a:lnTo>
                  <a:pt x="423" y="769"/>
                </a:lnTo>
                <a:lnTo>
                  <a:pt x="434" y="765"/>
                </a:lnTo>
                <a:lnTo>
                  <a:pt x="453" y="755"/>
                </a:lnTo>
                <a:lnTo>
                  <a:pt x="473" y="744"/>
                </a:lnTo>
                <a:lnTo>
                  <a:pt x="490" y="731"/>
                </a:lnTo>
                <a:lnTo>
                  <a:pt x="506" y="717"/>
                </a:lnTo>
                <a:lnTo>
                  <a:pt x="520" y="700"/>
                </a:lnTo>
                <a:lnTo>
                  <a:pt x="534" y="683"/>
                </a:lnTo>
                <a:lnTo>
                  <a:pt x="544" y="664"/>
                </a:lnTo>
                <a:lnTo>
                  <a:pt x="554" y="645"/>
                </a:lnTo>
                <a:lnTo>
                  <a:pt x="558" y="634"/>
                </a:lnTo>
                <a:lnTo>
                  <a:pt x="562" y="624"/>
                </a:lnTo>
                <a:lnTo>
                  <a:pt x="565" y="614"/>
                </a:lnTo>
                <a:lnTo>
                  <a:pt x="567" y="602"/>
                </a:lnTo>
                <a:lnTo>
                  <a:pt x="569" y="591"/>
                </a:lnTo>
                <a:lnTo>
                  <a:pt x="570" y="579"/>
                </a:lnTo>
                <a:lnTo>
                  <a:pt x="571" y="569"/>
                </a:lnTo>
                <a:lnTo>
                  <a:pt x="572" y="557"/>
                </a:lnTo>
                <a:lnTo>
                  <a:pt x="571" y="535"/>
                </a:lnTo>
                <a:lnTo>
                  <a:pt x="568" y="515"/>
                </a:lnTo>
                <a:lnTo>
                  <a:pt x="564" y="496"/>
                </a:lnTo>
                <a:lnTo>
                  <a:pt x="557" y="476"/>
                </a:lnTo>
                <a:lnTo>
                  <a:pt x="549" y="458"/>
                </a:lnTo>
                <a:lnTo>
                  <a:pt x="539" y="440"/>
                </a:lnTo>
                <a:lnTo>
                  <a:pt x="528" y="424"/>
                </a:lnTo>
                <a:lnTo>
                  <a:pt x="515" y="409"/>
                </a:lnTo>
                <a:lnTo>
                  <a:pt x="580" y="344"/>
                </a:lnTo>
                <a:lnTo>
                  <a:pt x="588" y="355"/>
                </a:lnTo>
                <a:lnTo>
                  <a:pt x="598" y="366"/>
                </a:lnTo>
                <a:lnTo>
                  <a:pt x="607" y="378"/>
                </a:lnTo>
                <a:lnTo>
                  <a:pt x="614" y="390"/>
                </a:lnTo>
                <a:lnTo>
                  <a:pt x="622" y="402"/>
                </a:lnTo>
                <a:lnTo>
                  <a:pt x="628" y="415"/>
                </a:lnTo>
                <a:lnTo>
                  <a:pt x="635" y="428"/>
                </a:lnTo>
                <a:lnTo>
                  <a:pt x="640" y="441"/>
                </a:lnTo>
                <a:lnTo>
                  <a:pt x="645" y="455"/>
                </a:lnTo>
                <a:lnTo>
                  <a:pt x="650" y="469"/>
                </a:lnTo>
                <a:lnTo>
                  <a:pt x="654" y="483"/>
                </a:lnTo>
                <a:lnTo>
                  <a:pt x="656" y="497"/>
                </a:lnTo>
                <a:lnTo>
                  <a:pt x="659" y="512"/>
                </a:lnTo>
                <a:lnTo>
                  <a:pt x="660" y="527"/>
                </a:lnTo>
                <a:lnTo>
                  <a:pt x="661" y="542"/>
                </a:lnTo>
                <a:lnTo>
                  <a:pt x="662" y="557"/>
                </a:lnTo>
                <a:close/>
                <a:moveTo>
                  <a:pt x="608" y="173"/>
                </a:moveTo>
                <a:lnTo>
                  <a:pt x="610" y="166"/>
                </a:lnTo>
                <a:lnTo>
                  <a:pt x="612" y="159"/>
                </a:lnTo>
                <a:lnTo>
                  <a:pt x="615" y="153"/>
                </a:lnTo>
                <a:lnTo>
                  <a:pt x="620" y="146"/>
                </a:lnTo>
                <a:lnTo>
                  <a:pt x="628" y="134"/>
                </a:lnTo>
                <a:lnTo>
                  <a:pt x="639" y="123"/>
                </a:lnTo>
                <a:lnTo>
                  <a:pt x="651" y="111"/>
                </a:lnTo>
                <a:lnTo>
                  <a:pt x="663" y="100"/>
                </a:lnTo>
                <a:lnTo>
                  <a:pt x="677" y="90"/>
                </a:lnTo>
                <a:lnTo>
                  <a:pt x="692" y="81"/>
                </a:lnTo>
                <a:lnTo>
                  <a:pt x="692" y="189"/>
                </a:lnTo>
                <a:lnTo>
                  <a:pt x="632" y="249"/>
                </a:lnTo>
                <a:lnTo>
                  <a:pt x="625" y="239"/>
                </a:lnTo>
                <a:lnTo>
                  <a:pt x="618" y="230"/>
                </a:lnTo>
                <a:lnTo>
                  <a:pt x="613" y="220"/>
                </a:lnTo>
                <a:lnTo>
                  <a:pt x="610" y="210"/>
                </a:lnTo>
                <a:lnTo>
                  <a:pt x="607" y="201"/>
                </a:lnTo>
                <a:lnTo>
                  <a:pt x="606" y="191"/>
                </a:lnTo>
                <a:lnTo>
                  <a:pt x="607" y="183"/>
                </a:lnTo>
                <a:lnTo>
                  <a:pt x="608" y="173"/>
                </a:lnTo>
                <a:close/>
                <a:moveTo>
                  <a:pt x="783" y="99"/>
                </a:moveTo>
                <a:lnTo>
                  <a:pt x="722" y="159"/>
                </a:lnTo>
                <a:lnTo>
                  <a:pt x="722" y="64"/>
                </a:lnTo>
                <a:lnTo>
                  <a:pt x="740" y="55"/>
                </a:lnTo>
                <a:lnTo>
                  <a:pt x="756" y="47"/>
                </a:lnTo>
                <a:lnTo>
                  <a:pt x="771" y="42"/>
                </a:lnTo>
                <a:lnTo>
                  <a:pt x="783" y="37"/>
                </a:lnTo>
                <a:lnTo>
                  <a:pt x="783" y="99"/>
                </a:lnTo>
                <a:close/>
                <a:moveTo>
                  <a:pt x="901" y="97"/>
                </a:moveTo>
                <a:lnTo>
                  <a:pt x="897" y="94"/>
                </a:lnTo>
                <a:lnTo>
                  <a:pt x="895" y="91"/>
                </a:lnTo>
                <a:lnTo>
                  <a:pt x="892" y="90"/>
                </a:lnTo>
                <a:lnTo>
                  <a:pt x="888" y="90"/>
                </a:lnTo>
                <a:lnTo>
                  <a:pt x="813" y="90"/>
                </a:lnTo>
                <a:lnTo>
                  <a:pt x="813" y="15"/>
                </a:lnTo>
                <a:lnTo>
                  <a:pt x="813" y="11"/>
                </a:lnTo>
                <a:lnTo>
                  <a:pt x="811" y="8"/>
                </a:lnTo>
                <a:lnTo>
                  <a:pt x="809" y="6"/>
                </a:lnTo>
                <a:lnTo>
                  <a:pt x="806" y="2"/>
                </a:lnTo>
                <a:lnTo>
                  <a:pt x="803" y="1"/>
                </a:lnTo>
                <a:lnTo>
                  <a:pt x="800" y="0"/>
                </a:lnTo>
                <a:lnTo>
                  <a:pt x="796" y="0"/>
                </a:lnTo>
                <a:lnTo>
                  <a:pt x="793" y="0"/>
                </a:lnTo>
                <a:lnTo>
                  <a:pt x="783" y="5"/>
                </a:lnTo>
                <a:lnTo>
                  <a:pt x="760" y="13"/>
                </a:lnTo>
                <a:lnTo>
                  <a:pt x="745" y="20"/>
                </a:lnTo>
                <a:lnTo>
                  <a:pt x="728" y="27"/>
                </a:lnTo>
                <a:lnTo>
                  <a:pt x="711" y="36"/>
                </a:lnTo>
                <a:lnTo>
                  <a:pt x="692" y="46"/>
                </a:lnTo>
                <a:lnTo>
                  <a:pt x="673" y="57"/>
                </a:lnTo>
                <a:lnTo>
                  <a:pt x="655" y="70"/>
                </a:lnTo>
                <a:lnTo>
                  <a:pt x="638" y="83"/>
                </a:lnTo>
                <a:lnTo>
                  <a:pt x="622" y="98"/>
                </a:lnTo>
                <a:lnTo>
                  <a:pt x="614" y="105"/>
                </a:lnTo>
                <a:lnTo>
                  <a:pt x="607" y="113"/>
                </a:lnTo>
                <a:lnTo>
                  <a:pt x="600" y="121"/>
                </a:lnTo>
                <a:lnTo>
                  <a:pt x="595" y="130"/>
                </a:lnTo>
                <a:lnTo>
                  <a:pt x="589" y="139"/>
                </a:lnTo>
                <a:lnTo>
                  <a:pt x="585" y="147"/>
                </a:lnTo>
                <a:lnTo>
                  <a:pt x="581" y="157"/>
                </a:lnTo>
                <a:lnTo>
                  <a:pt x="579" y="165"/>
                </a:lnTo>
                <a:lnTo>
                  <a:pt x="577" y="179"/>
                </a:lnTo>
                <a:lnTo>
                  <a:pt x="576" y="192"/>
                </a:lnTo>
                <a:lnTo>
                  <a:pt x="578" y="205"/>
                </a:lnTo>
                <a:lnTo>
                  <a:pt x="581" y="218"/>
                </a:lnTo>
                <a:lnTo>
                  <a:pt x="585" y="232"/>
                </a:lnTo>
                <a:lnTo>
                  <a:pt x="593" y="245"/>
                </a:lnTo>
                <a:lnTo>
                  <a:pt x="601" y="258"/>
                </a:lnTo>
                <a:lnTo>
                  <a:pt x="611" y="270"/>
                </a:lnTo>
                <a:lnTo>
                  <a:pt x="580" y="302"/>
                </a:lnTo>
                <a:lnTo>
                  <a:pt x="568" y="291"/>
                </a:lnTo>
                <a:lnTo>
                  <a:pt x="556" y="281"/>
                </a:lnTo>
                <a:lnTo>
                  <a:pt x="543" y="273"/>
                </a:lnTo>
                <a:lnTo>
                  <a:pt x="531" y="264"/>
                </a:lnTo>
                <a:lnTo>
                  <a:pt x="517" y="255"/>
                </a:lnTo>
                <a:lnTo>
                  <a:pt x="503" y="248"/>
                </a:lnTo>
                <a:lnTo>
                  <a:pt x="489" y="242"/>
                </a:lnTo>
                <a:lnTo>
                  <a:pt x="474" y="235"/>
                </a:lnTo>
                <a:lnTo>
                  <a:pt x="459" y="230"/>
                </a:lnTo>
                <a:lnTo>
                  <a:pt x="444" y="224"/>
                </a:lnTo>
                <a:lnTo>
                  <a:pt x="428" y="220"/>
                </a:lnTo>
                <a:lnTo>
                  <a:pt x="411" y="217"/>
                </a:lnTo>
                <a:lnTo>
                  <a:pt x="395" y="215"/>
                </a:lnTo>
                <a:lnTo>
                  <a:pt x="379" y="213"/>
                </a:lnTo>
                <a:lnTo>
                  <a:pt x="363" y="212"/>
                </a:lnTo>
                <a:lnTo>
                  <a:pt x="346" y="210"/>
                </a:lnTo>
                <a:lnTo>
                  <a:pt x="328" y="212"/>
                </a:lnTo>
                <a:lnTo>
                  <a:pt x="311" y="213"/>
                </a:lnTo>
                <a:lnTo>
                  <a:pt x="293" y="215"/>
                </a:lnTo>
                <a:lnTo>
                  <a:pt x="276" y="218"/>
                </a:lnTo>
                <a:lnTo>
                  <a:pt x="259" y="221"/>
                </a:lnTo>
                <a:lnTo>
                  <a:pt x="243" y="227"/>
                </a:lnTo>
                <a:lnTo>
                  <a:pt x="227" y="232"/>
                </a:lnTo>
                <a:lnTo>
                  <a:pt x="212" y="238"/>
                </a:lnTo>
                <a:lnTo>
                  <a:pt x="196" y="245"/>
                </a:lnTo>
                <a:lnTo>
                  <a:pt x="181" y="252"/>
                </a:lnTo>
                <a:lnTo>
                  <a:pt x="167" y="261"/>
                </a:lnTo>
                <a:lnTo>
                  <a:pt x="153" y="269"/>
                </a:lnTo>
                <a:lnTo>
                  <a:pt x="139" y="279"/>
                </a:lnTo>
                <a:lnTo>
                  <a:pt x="126" y="290"/>
                </a:lnTo>
                <a:lnTo>
                  <a:pt x="113" y="301"/>
                </a:lnTo>
                <a:lnTo>
                  <a:pt x="102" y="312"/>
                </a:lnTo>
                <a:lnTo>
                  <a:pt x="90" y="324"/>
                </a:lnTo>
                <a:lnTo>
                  <a:pt x="79" y="337"/>
                </a:lnTo>
                <a:lnTo>
                  <a:pt x="68" y="350"/>
                </a:lnTo>
                <a:lnTo>
                  <a:pt x="59" y="364"/>
                </a:lnTo>
                <a:lnTo>
                  <a:pt x="50" y="378"/>
                </a:lnTo>
                <a:lnTo>
                  <a:pt x="41" y="392"/>
                </a:lnTo>
                <a:lnTo>
                  <a:pt x="34" y="407"/>
                </a:lnTo>
                <a:lnTo>
                  <a:pt x="27" y="422"/>
                </a:lnTo>
                <a:lnTo>
                  <a:pt x="21" y="438"/>
                </a:lnTo>
                <a:lnTo>
                  <a:pt x="16" y="454"/>
                </a:lnTo>
                <a:lnTo>
                  <a:pt x="10" y="470"/>
                </a:lnTo>
                <a:lnTo>
                  <a:pt x="7" y="487"/>
                </a:lnTo>
                <a:lnTo>
                  <a:pt x="4" y="504"/>
                </a:lnTo>
                <a:lnTo>
                  <a:pt x="2" y="521"/>
                </a:lnTo>
                <a:lnTo>
                  <a:pt x="1" y="539"/>
                </a:lnTo>
                <a:lnTo>
                  <a:pt x="0" y="557"/>
                </a:lnTo>
                <a:lnTo>
                  <a:pt x="1" y="574"/>
                </a:lnTo>
                <a:lnTo>
                  <a:pt x="2" y="590"/>
                </a:lnTo>
                <a:lnTo>
                  <a:pt x="4" y="606"/>
                </a:lnTo>
                <a:lnTo>
                  <a:pt x="6" y="622"/>
                </a:lnTo>
                <a:lnTo>
                  <a:pt x="9" y="638"/>
                </a:lnTo>
                <a:lnTo>
                  <a:pt x="14" y="654"/>
                </a:lnTo>
                <a:lnTo>
                  <a:pt x="19" y="669"/>
                </a:lnTo>
                <a:lnTo>
                  <a:pt x="24" y="684"/>
                </a:lnTo>
                <a:lnTo>
                  <a:pt x="31" y="699"/>
                </a:lnTo>
                <a:lnTo>
                  <a:pt x="37" y="713"/>
                </a:lnTo>
                <a:lnTo>
                  <a:pt x="45" y="727"/>
                </a:lnTo>
                <a:lnTo>
                  <a:pt x="53" y="740"/>
                </a:lnTo>
                <a:lnTo>
                  <a:pt x="62" y="754"/>
                </a:lnTo>
                <a:lnTo>
                  <a:pt x="70" y="767"/>
                </a:lnTo>
                <a:lnTo>
                  <a:pt x="81" y="779"/>
                </a:lnTo>
                <a:lnTo>
                  <a:pt x="91" y="791"/>
                </a:lnTo>
                <a:lnTo>
                  <a:pt x="4" y="877"/>
                </a:lnTo>
                <a:lnTo>
                  <a:pt x="3" y="880"/>
                </a:lnTo>
                <a:lnTo>
                  <a:pt x="1" y="882"/>
                </a:lnTo>
                <a:lnTo>
                  <a:pt x="0" y="885"/>
                </a:lnTo>
                <a:lnTo>
                  <a:pt x="0" y="888"/>
                </a:lnTo>
                <a:lnTo>
                  <a:pt x="0" y="890"/>
                </a:lnTo>
                <a:lnTo>
                  <a:pt x="1" y="894"/>
                </a:lnTo>
                <a:lnTo>
                  <a:pt x="3" y="896"/>
                </a:lnTo>
                <a:lnTo>
                  <a:pt x="4" y="899"/>
                </a:lnTo>
                <a:lnTo>
                  <a:pt x="7" y="900"/>
                </a:lnTo>
                <a:lnTo>
                  <a:pt x="9" y="902"/>
                </a:lnTo>
                <a:lnTo>
                  <a:pt x="12" y="903"/>
                </a:lnTo>
                <a:lnTo>
                  <a:pt x="15" y="903"/>
                </a:lnTo>
                <a:lnTo>
                  <a:pt x="18" y="903"/>
                </a:lnTo>
                <a:lnTo>
                  <a:pt x="21" y="902"/>
                </a:lnTo>
                <a:lnTo>
                  <a:pt x="23" y="900"/>
                </a:lnTo>
                <a:lnTo>
                  <a:pt x="25" y="899"/>
                </a:lnTo>
                <a:lnTo>
                  <a:pt x="112" y="812"/>
                </a:lnTo>
                <a:lnTo>
                  <a:pt x="124" y="822"/>
                </a:lnTo>
                <a:lnTo>
                  <a:pt x="137" y="832"/>
                </a:lnTo>
                <a:lnTo>
                  <a:pt x="149" y="841"/>
                </a:lnTo>
                <a:lnTo>
                  <a:pt x="163" y="850"/>
                </a:lnTo>
                <a:lnTo>
                  <a:pt x="176" y="858"/>
                </a:lnTo>
                <a:lnTo>
                  <a:pt x="189" y="866"/>
                </a:lnTo>
                <a:lnTo>
                  <a:pt x="203" y="872"/>
                </a:lnTo>
                <a:lnTo>
                  <a:pt x="218" y="879"/>
                </a:lnTo>
                <a:lnTo>
                  <a:pt x="233" y="884"/>
                </a:lnTo>
                <a:lnTo>
                  <a:pt x="248" y="889"/>
                </a:lnTo>
                <a:lnTo>
                  <a:pt x="265" y="894"/>
                </a:lnTo>
                <a:lnTo>
                  <a:pt x="281" y="897"/>
                </a:lnTo>
                <a:lnTo>
                  <a:pt x="297" y="899"/>
                </a:lnTo>
                <a:lnTo>
                  <a:pt x="313" y="901"/>
                </a:lnTo>
                <a:lnTo>
                  <a:pt x="329" y="902"/>
                </a:lnTo>
                <a:lnTo>
                  <a:pt x="346" y="903"/>
                </a:lnTo>
                <a:lnTo>
                  <a:pt x="363" y="902"/>
                </a:lnTo>
                <a:lnTo>
                  <a:pt x="379" y="901"/>
                </a:lnTo>
                <a:lnTo>
                  <a:pt x="395" y="899"/>
                </a:lnTo>
                <a:lnTo>
                  <a:pt x="411" y="897"/>
                </a:lnTo>
                <a:lnTo>
                  <a:pt x="428" y="894"/>
                </a:lnTo>
                <a:lnTo>
                  <a:pt x="444" y="889"/>
                </a:lnTo>
                <a:lnTo>
                  <a:pt x="459" y="884"/>
                </a:lnTo>
                <a:lnTo>
                  <a:pt x="474" y="879"/>
                </a:lnTo>
                <a:lnTo>
                  <a:pt x="489" y="872"/>
                </a:lnTo>
                <a:lnTo>
                  <a:pt x="503" y="866"/>
                </a:lnTo>
                <a:lnTo>
                  <a:pt x="517" y="858"/>
                </a:lnTo>
                <a:lnTo>
                  <a:pt x="531" y="850"/>
                </a:lnTo>
                <a:lnTo>
                  <a:pt x="543" y="841"/>
                </a:lnTo>
                <a:lnTo>
                  <a:pt x="556" y="832"/>
                </a:lnTo>
                <a:lnTo>
                  <a:pt x="568" y="822"/>
                </a:lnTo>
                <a:lnTo>
                  <a:pt x="580" y="812"/>
                </a:lnTo>
                <a:lnTo>
                  <a:pt x="667" y="899"/>
                </a:lnTo>
                <a:lnTo>
                  <a:pt x="669" y="900"/>
                </a:lnTo>
                <a:lnTo>
                  <a:pt x="672" y="902"/>
                </a:lnTo>
                <a:lnTo>
                  <a:pt x="674" y="903"/>
                </a:lnTo>
                <a:lnTo>
                  <a:pt x="677" y="903"/>
                </a:lnTo>
                <a:lnTo>
                  <a:pt x="681" y="903"/>
                </a:lnTo>
                <a:lnTo>
                  <a:pt x="683" y="902"/>
                </a:lnTo>
                <a:lnTo>
                  <a:pt x="686" y="900"/>
                </a:lnTo>
                <a:lnTo>
                  <a:pt x="688" y="899"/>
                </a:lnTo>
                <a:lnTo>
                  <a:pt x="690" y="896"/>
                </a:lnTo>
                <a:lnTo>
                  <a:pt x="691" y="894"/>
                </a:lnTo>
                <a:lnTo>
                  <a:pt x="692" y="890"/>
                </a:lnTo>
                <a:lnTo>
                  <a:pt x="692" y="888"/>
                </a:lnTo>
                <a:lnTo>
                  <a:pt x="692" y="885"/>
                </a:lnTo>
                <a:lnTo>
                  <a:pt x="691" y="882"/>
                </a:lnTo>
                <a:lnTo>
                  <a:pt x="690" y="880"/>
                </a:lnTo>
                <a:lnTo>
                  <a:pt x="688" y="877"/>
                </a:lnTo>
                <a:lnTo>
                  <a:pt x="601" y="791"/>
                </a:lnTo>
                <a:lnTo>
                  <a:pt x="612" y="779"/>
                </a:lnTo>
                <a:lnTo>
                  <a:pt x="622" y="767"/>
                </a:lnTo>
                <a:lnTo>
                  <a:pt x="630" y="754"/>
                </a:lnTo>
                <a:lnTo>
                  <a:pt x="639" y="740"/>
                </a:lnTo>
                <a:lnTo>
                  <a:pt x="647" y="727"/>
                </a:lnTo>
                <a:lnTo>
                  <a:pt x="655" y="713"/>
                </a:lnTo>
                <a:lnTo>
                  <a:pt x="661" y="699"/>
                </a:lnTo>
                <a:lnTo>
                  <a:pt x="668" y="684"/>
                </a:lnTo>
                <a:lnTo>
                  <a:pt x="673" y="669"/>
                </a:lnTo>
                <a:lnTo>
                  <a:pt x="679" y="654"/>
                </a:lnTo>
                <a:lnTo>
                  <a:pt x="683" y="638"/>
                </a:lnTo>
                <a:lnTo>
                  <a:pt x="686" y="622"/>
                </a:lnTo>
                <a:lnTo>
                  <a:pt x="689" y="606"/>
                </a:lnTo>
                <a:lnTo>
                  <a:pt x="690" y="590"/>
                </a:lnTo>
                <a:lnTo>
                  <a:pt x="691" y="574"/>
                </a:lnTo>
                <a:lnTo>
                  <a:pt x="692" y="557"/>
                </a:lnTo>
                <a:lnTo>
                  <a:pt x="691" y="540"/>
                </a:lnTo>
                <a:lnTo>
                  <a:pt x="690" y="524"/>
                </a:lnTo>
                <a:lnTo>
                  <a:pt x="689" y="507"/>
                </a:lnTo>
                <a:lnTo>
                  <a:pt x="686" y="491"/>
                </a:lnTo>
                <a:lnTo>
                  <a:pt x="683" y="475"/>
                </a:lnTo>
                <a:lnTo>
                  <a:pt x="679" y="459"/>
                </a:lnTo>
                <a:lnTo>
                  <a:pt x="673" y="444"/>
                </a:lnTo>
                <a:lnTo>
                  <a:pt x="668" y="429"/>
                </a:lnTo>
                <a:lnTo>
                  <a:pt x="661" y="414"/>
                </a:lnTo>
                <a:lnTo>
                  <a:pt x="655" y="400"/>
                </a:lnTo>
                <a:lnTo>
                  <a:pt x="647" y="386"/>
                </a:lnTo>
                <a:lnTo>
                  <a:pt x="639" y="372"/>
                </a:lnTo>
                <a:lnTo>
                  <a:pt x="630" y="359"/>
                </a:lnTo>
                <a:lnTo>
                  <a:pt x="622" y="347"/>
                </a:lnTo>
                <a:lnTo>
                  <a:pt x="612" y="335"/>
                </a:lnTo>
                <a:lnTo>
                  <a:pt x="601" y="323"/>
                </a:lnTo>
                <a:lnTo>
                  <a:pt x="632" y="292"/>
                </a:lnTo>
                <a:lnTo>
                  <a:pt x="642" y="299"/>
                </a:lnTo>
                <a:lnTo>
                  <a:pt x="653" y="307"/>
                </a:lnTo>
                <a:lnTo>
                  <a:pt x="662" y="313"/>
                </a:lnTo>
                <a:lnTo>
                  <a:pt x="673" y="318"/>
                </a:lnTo>
                <a:lnTo>
                  <a:pt x="684" y="322"/>
                </a:lnTo>
                <a:lnTo>
                  <a:pt x="694" y="325"/>
                </a:lnTo>
                <a:lnTo>
                  <a:pt x="704" y="326"/>
                </a:lnTo>
                <a:lnTo>
                  <a:pt x="714" y="327"/>
                </a:lnTo>
                <a:lnTo>
                  <a:pt x="725" y="326"/>
                </a:lnTo>
                <a:lnTo>
                  <a:pt x="735" y="324"/>
                </a:lnTo>
                <a:lnTo>
                  <a:pt x="746" y="322"/>
                </a:lnTo>
                <a:lnTo>
                  <a:pt x="756" y="318"/>
                </a:lnTo>
                <a:lnTo>
                  <a:pt x="765" y="313"/>
                </a:lnTo>
                <a:lnTo>
                  <a:pt x="774" y="308"/>
                </a:lnTo>
                <a:lnTo>
                  <a:pt x="784" y="302"/>
                </a:lnTo>
                <a:lnTo>
                  <a:pt x="792" y="294"/>
                </a:lnTo>
                <a:lnTo>
                  <a:pt x="801" y="287"/>
                </a:lnTo>
                <a:lnTo>
                  <a:pt x="808" y="278"/>
                </a:lnTo>
                <a:lnTo>
                  <a:pt x="816" y="269"/>
                </a:lnTo>
                <a:lnTo>
                  <a:pt x="823" y="261"/>
                </a:lnTo>
                <a:lnTo>
                  <a:pt x="838" y="242"/>
                </a:lnTo>
                <a:lnTo>
                  <a:pt x="850" y="222"/>
                </a:lnTo>
                <a:lnTo>
                  <a:pt x="862" y="202"/>
                </a:lnTo>
                <a:lnTo>
                  <a:pt x="872" y="183"/>
                </a:lnTo>
                <a:lnTo>
                  <a:pt x="881" y="164"/>
                </a:lnTo>
                <a:lnTo>
                  <a:pt x="888" y="147"/>
                </a:lnTo>
                <a:lnTo>
                  <a:pt x="898" y="121"/>
                </a:lnTo>
                <a:lnTo>
                  <a:pt x="903" y="110"/>
                </a:lnTo>
                <a:lnTo>
                  <a:pt x="903" y="106"/>
                </a:lnTo>
                <a:lnTo>
                  <a:pt x="903" y="103"/>
                </a:lnTo>
                <a:lnTo>
                  <a:pt x="902" y="100"/>
                </a:lnTo>
                <a:lnTo>
                  <a:pt x="901" y="97"/>
                </a:lnTo>
                <a:close/>
              </a:path>
            </a:pathLst>
          </a:custGeom>
          <a:solidFill>
            <a:schemeClr val="accen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595959"/>
              </a:buClr>
              <a:buSzPts val="1800"/>
              <a:buFont typeface="Trebuchet MS"/>
              <a:buNone/>
              <a:tabLst/>
              <a:defRPr/>
            </a:pPr>
            <a:endParaRPr kumimoji="0" sz="1800" b="0" i="0" u="none" strike="noStrike" kern="0" cap="none" spc="0" normalizeH="0" baseline="0" noProof="0">
              <a:ln>
                <a:noFill/>
              </a:ln>
              <a:solidFill>
                <a:srgbClr val="595959"/>
              </a:solidFill>
              <a:effectLst/>
              <a:uLnTx/>
              <a:uFillTx/>
              <a:latin typeface="Trebuchet MS"/>
              <a:ea typeface="Trebuchet MS"/>
              <a:cs typeface="Trebuchet MS"/>
              <a:sym typeface="Trebuchet MS"/>
            </a:endParaRPr>
          </a:p>
        </p:txBody>
      </p:sp>
      <p:sp>
        <p:nvSpPr>
          <p:cNvPr id="36" name="Google Shape;201;p4">
            <a:extLst>
              <a:ext uri="{FF2B5EF4-FFF2-40B4-BE49-F238E27FC236}">
                <a16:creationId xmlns:a16="http://schemas.microsoft.com/office/drawing/2014/main" id="{2AEBD1D2-B8E1-477A-DCF2-39D4D3362A66}"/>
              </a:ext>
            </a:extLst>
          </p:cNvPr>
          <p:cNvSpPr/>
          <p:nvPr/>
        </p:nvSpPr>
        <p:spPr>
          <a:xfrm>
            <a:off x="10036628" y="1793"/>
            <a:ext cx="2160000" cy="34865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Trebuchet MS"/>
                <a:ea typeface="Trebuchet MS"/>
                <a:cs typeface="Trebuchet MS"/>
                <a:sym typeface="Trebuchet MS"/>
              </a:rPr>
              <a:t>Time: 1 min 30 sec</a:t>
            </a:r>
            <a:endParaRPr sz="1800" dirty="0">
              <a:solidFill>
                <a:schemeClr val="lt1"/>
              </a:solidFill>
              <a:latin typeface="Trebuchet MS"/>
              <a:ea typeface="Trebuchet MS"/>
              <a:cs typeface="Trebuchet MS"/>
              <a:sym typeface="Trebuchet MS"/>
            </a:endParaRPr>
          </a:p>
        </p:txBody>
      </p:sp>
    </p:spTree>
    <p:extLst>
      <p:ext uri="{BB962C8B-B14F-4D97-AF65-F5344CB8AC3E}">
        <p14:creationId xmlns:p14="http://schemas.microsoft.com/office/powerpoint/2010/main" val="15403462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5">
          <a:extLst>
            <a:ext uri="{FF2B5EF4-FFF2-40B4-BE49-F238E27FC236}">
              <a16:creationId xmlns:a16="http://schemas.microsoft.com/office/drawing/2014/main" id="{4FA9EE7B-F2AB-13AD-01E6-0465D27F76E5}"/>
            </a:ext>
          </a:extLst>
        </p:cNvPr>
        <p:cNvGrpSpPr/>
        <p:nvPr/>
      </p:nvGrpSpPr>
      <p:grpSpPr>
        <a:xfrm>
          <a:off x="0" y="0"/>
          <a:ext cx="0" cy="0"/>
          <a:chOff x="0" y="0"/>
          <a:chExt cx="0" cy="0"/>
        </a:xfrm>
      </p:grpSpPr>
      <p:sp>
        <p:nvSpPr>
          <p:cNvPr id="9" name="Text Placeholder 8">
            <a:extLst>
              <a:ext uri="{FF2B5EF4-FFF2-40B4-BE49-F238E27FC236}">
                <a16:creationId xmlns:a16="http://schemas.microsoft.com/office/drawing/2014/main" id="{CDC43E26-0B1E-7735-5EE2-7AC88FF0714F}"/>
              </a:ext>
            </a:extLst>
          </p:cNvPr>
          <p:cNvSpPr>
            <a:spLocks noGrp="1"/>
          </p:cNvSpPr>
          <p:nvPr>
            <p:ph type="body" idx="1"/>
          </p:nvPr>
        </p:nvSpPr>
        <p:spPr>
          <a:xfrm>
            <a:off x="341298" y="199404"/>
            <a:ext cx="11407790" cy="369291"/>
          </a:xfrm>
        </p:spPr>
        <p:txBody>
          <a:bodyPr/>
          <a:lstStyle/>
          <a:p>
            <a:r>
              <a:rPr lang="en-US" sz="2000" dirty="0"/>
              <a:t>Challenges and stakeholder mapping</a:t>
            </a:r>
          </a:p>
        </p:txBody>
      </p:sp>
      <p:sp>
        <p:nvSpPr>
          <p:cNvPr id="2" name="Google Shape;796;p8">
            <a:extLst>
              <a:ext uri="{FF2B5EF4-FFF2-40B4-BE49-F238E27FC236}">
                <a16:creationId xmlns:a16="http://schemas.microsoft.com/office/drawing/2014/main" id="{7BA46F48-E803-E38A-04EC-D9D841EB9FF8}"/>
              </a:ext>
            </a:extLst>
          </p:cNvPr>
          <p:cNvSpPr/>
          <p:nvPr/>
        </p:nvSpPr>
        <p:spPr>
          <a:xfrm>
            <a:off x="354010" y="638516"/>
            <a:ext cx="11395078" cy="653728"/>
          </a:xfrm>
          <a:prstGeom prst="rect">
            <a:avLst/>
          </a:prstGeom>
          <a:noFill/>
          <a:ln>
            <a:noFill/>
          </a:ln>
        </p:spPr>
        <p:txBody>
          <a:bodyPr spcFirstLastPara="1" wrap="square" lIns="91425" tIns="45700" rIns="91425" bIns="45700" anchor="t" anchorCtr="0">
            <a:spAutoFit/>
          </a:bodyPr>
          <a:lstStyle/>
          <a:p>
            <a:pPr>
              <a:lnSpc>
                <a:spcPct val="114000"/>
              </a:lnSpc>
              <a:buClr>
                <a:srgbClr val="000000"/>
              </a:buClr>
              <a:defRPr/>
            </a:pPr>
            <a:r>
              <a:rPr lang="en-US" sz="1600" b="1" kern="0">
                <a:solidFill>
                  <a:srgbClr val="00BFDF"/>
                </a:solidFill>
                <a:latin typeface="Trebuchet MS"/>
                <a:ea typeface="Trebuchet MS"/>
                <a:cs typeface="Trebuchet MS"/>
                <a:sym typeface="Trebuchet MS"/>
              </a:rPr>
              <a:t>Anticipated barriers and how MedAxis addresses each</a:t>
            </a:r>
            <a:endParaRPr lang="en-US" sz="1600" b="1" i="0" u="none" strike="noStrike" kern="0" cap="none" spc="0" normalizeH="0" baseline="0" noProof="0">
              <a:ln>
                <a:noFill/>
              </a:ln>
              <a:solidFill>
                <a:srgbClr val="00BFDF"/>
              </a:solidFill>
              <a:effectLst/>
              <a:uLnTx/>
              <a:uFillTx/>
              <a:latin typeface="Trebuchet MS"/>
              <a:cs typeface="Arial"/>
            </a:endParaRPr>
          </a:p>
        </p:txBody>
      </p:sp>
      <p:graphicFrame>
        <p:nvGraphicFramePr>
          <p:cNvPr id="3" name="Table 2">
            <a:extLst>
              <a:ext uri="{FF2B5EF4-FFF2-40B4-BE49-F238E27FC236}">
                <a16:creationId xmlns:a16="http://schemas.microsoft.com/office/drawing/2014/main" id="{698382C2-35AF-9967-3EE1-A121616BD6A8}"/>
              </a:ext>
            </a:extLst>
          </p:cNvPr>
          <p:cNvGraphicFramePr>
            <a:graphicFrameLocks noGrp="1"/>
          </p:cNvGraphicFramePr>
          <p:nvPr>
            <p:extLst>
              <p:ext uri="{D42A27DB-BD31-4B8C-83A1-F6EECF244321}">
                <p14:modId xmlns:p14="http://schemas.microsoft.com/office/powerpoint/2010/main" val="482564964"/>
              </p:ext>
            </p:extLst>
          </p:nvPr>
        </p:nvGraphicFramePr>
        <p:xfrm>
          <a:off x="442910" y="1644804"/>
          <a:ext cx="11215689" cy="3326997"/>
        </p:xfrm>
        <a:graphic>
          <a:graphicData uri="http://schemas.openxmlformats.org/drawingml/2006/table">
            <a:tbl>
              <a:tblPr firstRow="1" bandRow="1">
                <a:tableStyleId>{69012ECD-51FC-41F1-AA8D-1B2483CD663E}</a:tableStyleId>
              </a:tblPr>
              <a:tblGrid>
                <a:gridCol w="3852087">
                  <a:extLst>
                    <a:ext uri="{9D8B030D-6E8A-4147-A177-3AD203B41FA5}">
                      <a16:colId xmlns:a16="http://schemas.microsoft.com/office/drawing/2014/main" val="1786299339"/>
                    </a:ext>
                  </a:extLst>
                </a:gridCol>
                <a:gridCol w="3852087">
                  <a:extLst>
                    <a:ext uri="{9D8B030D-6E8A-4147-A177-3AD203B41FA5}">
                      <a16:colId xmlns:a16="http://schemas.microsoft.com/office/drawing/2014/main" val="185896220"/>
                    </a:ext>
                  </a:extLst>
                </a:gridCol>
                <a:gridCol w="3511515">
                  <a:extLst>
                    <a:ext uri="{9D8B030D-6E8A-4147-A177-3AD203B41FA5}">
                      <a16:colId xmlns:a16="http://schemas.microsoft.com/office/drawing/2014/main" val="105135358"/>
                    </a:ext>
                  </a:extLst>
                </a:gridCol>
              </a:tblGrid>
              <a:tr h="964797">
                <a:tc>
                  <a:txBody>
                    <a:bodyPr/>
                    <a:lstStyle/>
                    <a:p>
                      <a:pPr algn="ctr" fontAlgn="ctr">
                        <a:buNone/>
                      </a:pPr>
                      <a:r>
                        <a:rPr lang="en-IN" sz="1600" b="0" i="0" u="none" strike="noStrike" dirty="0">
                          <a:solidFill>
                            <a:schemeClr val="bg1"/>
                          </a:solidFill>
                          <a:effectLst/>
                          <a:latin typeface="Trebuchet MS"/>
                        </a:rPr>
                        <a:t>Challenges</a:t>
                      </a:r>
                    </a:p>
                  </a:txBody>
                  <a:tcPr marL="6350" marR="6350" marT="6350" marB="0" anchor="ctr">
                    <a:lnB w="9525" cap="flat" cmpd="sng" algn="ctr">
                      <a:noFill/>
                      <a:prstDash val="solid"/>
                    </a:lnB>
                  </a:tcPr>
                </a:tc>
                <a:tc>
                  <a:txBody>
                    <a:bodyPr/>
                    <a:lstStyle/>
                    <a:p>
                      <a:pPr algn="ctr" fontAlgn="ctr">
                        <a:buNone/>
                      </a:pPr>
                      <a:r>
                        <a:rPr lang="en-IN" sz="1600" b="0" i="0" u="none" strike="noStrike" dirty="0">
                          <a:solidFill>
                            <a:schemeClr val="bg1"/>
                          </a:solidFill>
                          <a:effectLst/>
                          <a:latin typeface="Trebuchet MS"/>
                        </a:rPr>
                        <a:t>Solution</a:t>
                      </a:r>
                      <a:endParaRPr lang="en-US" sz="1600" b="0" i="0" u="none" strike="noStrike" dirty="0">
                        <a:solidFill>
                          <a:schemeClr val="bg1"/>
                        </a:solidFill>
                        <a:effectLst/>
                        <a:latin typeface="Trebuchet MS"/>
                      </a:endParaRPr>
                    </a:p>
                  </a:txBody>
                  <a:tcPr marL="6350" marR="6350" marT="6350" marB="0" anchor="ctr">
                    <a:lnB w="9525" cap="flat" cmpd="sng" algn="ctr">
                      <a:noFill/>
                      <a:prstDash val="solid"/>
                    </a:lnB>
                  </a:tcPr>
                </a:tc>
                <a:tc>
                  <a:txBody>
                    <a:bodyPr/>
                    <a:lstStyle/>
                    <a:p>
                      <a:pPr algn="ctr" fontAlgn="ctr">
                        <a:buNone/>
                      </a:pPr>
                      <a:r>
                        <a:rPr lang="en-IN" sz="1600" b="0" i="0" u="none" strike="noStrike" dirty="0">
                          <a:solidFill>
                            <a:schemeClr val="bg1"/>
                          </a:solidFill>
                          <a:effectLst/>
                          <a:latin typeface="Trebuchet MS"/>
                        </a:rPr>
                        <a:t>Stakeholder</a:t>
                      </a:r>
                    </a:p>
                  </a:txBody>
                  <a:tcPr marL="6350" marR="6350" marT="6350" marB="0" anchor="ctr">
                    <a:lnB w="9525" cap="flat" cmpd="sng" algn="ctr">
                      <a:noFill/>
                      <a:prstDash val="solid"/>
                    </a:lnB>
                  </a:tcPr>
                </a:tc>
                <a:extLst>
                  <a:ext uri="{0D108BD9-81ED-4DB2-BD59-A6C34878D82A}">
                    <a16:rowId xmlns:a16="http://schemas.microsoft.com/office/drawing/2014/main" val="4255325006"/>
                  </a:ext>
                </a:extLst>
              </a:tr>
              <a:tr h="721428">
                <a:tc>
                  <a:txBody>
                    <a:bodyPr/>
                    <a:lstStyle/>
                    <a:p>
                      <a:r>
                        <a:rPr lang="en-IN" sz="1300" dirty="0">
                          <a:latin typeface="Trebuchet MS" panose="020B0603020202020204" pitchFamily="34" charset="0"/>
                        </a:rPr>
                        <a:t>Low Smartphone Penetration: Rural patients cannot run Inji Web to download their VC PDF, creating an Inclusion Gap in digital prescription access.</a:t>
                      </a:r>
                    </a:p>
                  </a:txBody>
                  <a:tcPr>
                    <a:lnL w="9525" cap="flat" cmpd="sng" algn="ctr">
                      <a:noFill/>
                      <a:prstDash val="solid"/>
                    </a:lnL>
                    <a:lnR>
                      <a:noFill/>
                    </a:lnR>
                    <a:lnT w="9525" cap="flat" cmpd="sng" algn="ctr">
                      <a:noFill/>
                      <a:prstDash val="soli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buNone/>
                      </a:pPr>
                      <a:r>
                        <a:rPr lang="en-IN" sz="1300" dirty="0">
                          <a:latin typeface="Trebuchet MS" panose="020B0603020202020204" pitchFamily="34" charset="0"/>
                        </a:rPr>
                        <a:t>Multi-Modal Trust: Pharmacist-assisted flow using printed QR codes (PDF downloaded on any shared device). The cryptographic integrity of the Ed25519 signature is maintained regardless of how the PDF was obtained.</a:t>
                      </a:r>
                      <a:endParaRPr lang="en-US" sz="1300" dirty="0">
                        <a:latin typeface="Trebuchet MS" panose="020B0603020202020204" pitchFamily="34" charset="0"/>
                      </a:endParaRPr>
                    </a:p>
                  </a:txBody>
                  <a:tcPr>
                    <a:lnL>
                      <a:noFill/>
                    </a:lnL>
                    <a:lnR>
                      <a:noFill/>
                    </a:lnR>
                    <a:lnT w="9525" cap="flat" cmpd="sng" algn="ctr">
                      <a:noFill/>
                      <a:prstDash val="soli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300" dirty="0">
                          <a:latin typeface="Trebuchet MS" panose="020B0603020202020204" pitchFamily="34" charset="0"/>
                        </a:rPr>
                        <a:t>Ministry of Digital Transition; Telcos (Maroc Telecom, Inwi, Orange)</a:t>
                      </a:r>
                      <a:endParaRPr lang="en-IN" sz="1300" dirty="0">
                        <a:latin typeface="Trebuchet MS" panose="020B0603020202020204" pitchFamily="34" charset="0"/>
                      </a:endParaRPr>
                    </a:p>
                  </a:txBody>
                  <a:tcPr>
                    <a:lnL>
                      <a:noFill/>
                    </a:lnL>
                    <a:lnR>
                      <a:noFill/>
                    </a:lnR>
                    <a:lnT w="9525" cap="flat" cmpd="sng" algn="ctr">
                      <a:noFill/>
                      <a:prstDash val="soli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02564798"/>
                  </a:ext>
                </a:extLst>
              </a:tr>
              <a:tr h="694092">
                <a:tc>
                  <a:txBody>
                    <a:bodyPr/>
                    <a:lstStyle/>
                    <a:p>
                      <a:pPr lvl="0">
                        <a:buNone/>
                      </a:pPr>
                      <a:r>
                        <a:rPr lang="en-IN" sz="1300" b="0" i="0" u="none" strike="noStrike" noProof="0" dirty="0">
                          <a:solidFill>
                            <a:srgbClr val="595959"/>
                          </a:solidFill>
                          <a:latin typeface="Trebuchet MS" panose="020B0603020202020204" pitchFamily="34" charset="0"/>
                        </a:rPr>
                        <a:t>DID Key Management: Every Docker restart regenerates the Ed25519 key pair. The DID document on GitHub Pages must be manually updated each time, or Inji Verify will reject all signatures.</a:t>
                      </a:r>
                      <a:endParaRPr lang="en-US" sz="1300" b="0" i="0" u="none" strike="noStrike" noProof="0" dirty="0">
                        <a:solidFill>
                          <a:srgbClr val="595959"/>
                        </a:solidFill>
                        <a:latin typeface="Trebuchet MS" panose="020B0603020202020204" pitchFamily="34" charset="0"/>
                      </a:endParaRPr>
                    </a:p>
                  </a:txBody>
                  <a:tcPr>
                    <a:lnL w="9525" cap="flat" cmpd="sng" algn="ctr">
                      <a:noFill/>
                      <a:prstDash val="solid"/>
                    </a:lnL>
                    <a:lnR>
                      <a:noFill/>
                    </a:lnR>
                    <a:lnT w="12700" cap="flat" cmpd="sng" algn="ctr">
                      <a:solidFill>
                        <a:schemeClr val="accent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1300" dirty="0">
                          <a:latin typeface="Trebuchet MS" panose="020B0603020202020204" pitchFamily="34" charset="0"/>
                        </a:rPr>
                        <a:t>Solution: Automate DID key synchronization via a CI/CD pipeline (GitHub Actions) that fetches the new public key from Certify’s well-known endpoint and pushes it to GitHub Pages on every restart — eliminating manual steps in production.</a:t>
                      </a:r>
                      <a:endParaRPr lang="en-US" sz="1300" dirty="0">
                        <a:latin typeface="Trebuchet MS" panose="020B0603020202020204" pitchFamily="34" charset="0"/>
                      </a:endParaRPr>
                    </a:p>
                  </a:txBody>
                  <a:tcPr>
                    <a:lnL>
                      <a:noFill/>
                    </a:lnL>
                    <a:lnR>
                      <a:noFill/>
                    </a:lnR>
                    <a:lnT w="12700" cap="flat" cmpd="sng" algn="ctr">
                      <a:solidFill>
                        <a:schemeClr val="accent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buNone/>
                      </a:pPr>
                      <a:r>
                        <a:rPr lang="en-US" sz="1300" b="0" i="0" u="none" strike="noStrike" noProof="0" dirty="0">
                          <a:solidFill>
                            <a:srgbClr val="595959"/>
                          </a:solidFill>
                          <a:latin typeface="Trebuchet MS" panose="020B0603020202020204" pitchFamily="34" charset="0"/>
                        </a:rPr>
                        <a:t>MOSIP Technical Team; Ministry of Health IT (to host DID document on official .gov.ma domain)</a:t>
                      </a:r>
                    </a:p>
                  </a:txBody>
                  <a:tcPr>
                    <a:lnL>
                      <a:noFill/>
                    </a:lnL>
                    <a:lnR>
                      <a:noFill/>
                    </a:lnR>
                    <a:lnT w="12700" cap="flat" cmpd="sng" algn="ctr">
                      <a:solidFill>
                        <a:schemeClr val="accent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75900948"/>
                  </a:ext>
                </a:extLst>
              </a:tr>
            </a:tbl>
          </a:graphicData>
        </a:graphic>
      </p:graphicFrame>
      <p:sp>
        <p:nvSpPr>
          <p:cNvPr id="5" name="Google Shape;201;p4">
            <a:extLst>
              <a:ext uri="{FF2B5EF4-FFF2-40B4-BE49-F238E27FC236}">
                <a16:creationId xmlns:a16="http://schemas.microsoft.com/office/drawing/2014/main" id="{3D434226-228B-8743-57C7-49E97E9D27EF}"/>
              </a:ext>
            </a:extLst>
          </p:cNvPr>
          <p:cNvSpPr/>
          <p:nvPr/>
        </p:nvSpPr>
        <p:spPr>
          <a:xfrm>
            <a:off x="10036628" y="1793"/>
            <a:ext cx="2160000" cy="34865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Trebuchet MS"/>
                <a:ea typeface="Trebuchet MS"/>
                <a:cs typeface="Trebuchet MS"/>
                <a:sym typeface="Trebuchet MS"/>
              </a:rPr>
              <a:t>Time: 1 min 30 sec</a:t>
            </a:r>
            <a:endParaRPr sz="1800" dirty="0">
              <a:solidFill>
                <a:schemeClr val="lt1"/>
              </a:solidFill>
              <a:latin typeface="Trebuchet MS"/>
              <a:ea typeface="Trebuchet MS"/>
              <a:cs typeface="Trebuchet MS"/>
              <a:sym typeface="Trebuchet MS"/>
            </a:endParaRPr>
          </a:p>
        </p:txBody>
      </p:sp>
    </p:spTree>
    <p:extLst>
      <p:ext uri="{BB962C8B-B14F-4D97-AF65-F5344CB8AC3E}">
        <p14:creationId xmlns:p14="http://schemas.microsoft.com/office/powerpoint/2010/main" val="4406691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4311299-C7EE-609C-AF5A-A14508308440}"/>
              </a:ext>
            </a:extLst>
          </p:cNvPr>
          <p:cNvSpPr>
            <a:spLocks noGrp="1"/>
          </p:cNvSpPr>
          <p:nvPr>
            <p:ph type="ctrTitle"/>
          </p:nvPr>
        </p:nvSpPr>
        <p:spPr/>
        <p:txBody>
          <a:bodyPr>
            <a:normAutofit fontScale="90000"/>
          </a:bodyPr>
          <a:lstStyle/>
          <a:p>
            <a:r>
              <a:rPr lang="en-IN"/>
              <a:t>Annex</a:t>
            </a:r>
          </a:p>
        </p:txBody>
      </p:sp>
      <p:sp>
        <p:nvSpPr>
          <p:cNvPr id="6" name="Subtitle 5">
            <a:extLst>
              <a:ext uri="{FF2B5EF4-FFF2-40B4-BE49-F238E27FC236}">
                <a16:creationId xmlns:a16="http://schemas.microsoft.com/office/drawing/2014/main" id="{915840F7-3C23-59A0-F83D-1ACEDC27F88C}"/>
              </a:ext>
            </a:extLst>
          </p:cNvPr>
          <p:cNvSpPr>
            <a:spLocks noGrp="1"/>
          </p:cNvSpPr>
          <p:nvPr>
            <p:ph type="subTitle" idx="1"/>
          </p:nvPr>
        </p:nvSpPr>
        <p:spPr/>
        <p:txBody>
          <a:bodyPr/>
          <a:lstStyle/>
          <a:p>
            <a:r>
              <a:rPr lang="en-IN"/>
              <a:t>Supporting slides and ideas.</a:t>
            </a:r>
          </a:p>
        </p:txBody>
      </p:sp>
      <p:sp>
        <p:nvSpPr>
          <p:cNvPr id="2" name="Google Shape;201;p4">
            <a:extLst>
              <a:ext uri="{FF2B5EF4-FFF2-40B4-BE49-F238E27FC236}">
                <a16:creationId xmlns:a16="http://schemas.microsoft.com/office/drawing/2014/main" id="{4700BF90-7B23-99D3-6685-1F24CAFAB395}"/>
              </a:ext>
            </a:extLst>
          </p:cNvPr>
          <p:cNvSpPr/>
          <p:nvPr/>
        </p:nvSpPr>
        <p:spPr>
          <a:xfrm>
            <a:off x="9895116" y="1793"/>
            <a:ext cx="2304000" cy="348659"/>
          </a:xfrm>
          <a:prstGeom prst="rect">
            <a:avLst/>
          </a:prstGeom>
          <a:solidFill>
            <a:srgbClr val="F794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Trebuchet MS"/>
                <a:ea typeface="Trebuchet MS"/>
                <a:cs typeface="Trebuchet MS"/>
                <a:sym typeface="Trebuchet MS"/>
              </a:rPr>
              <a:t>Not to be Presented</a:t>
            </a:r>
            <a:endParaRPr sz="1800" dirty="0">
              <a:solidFill>
                <a:schemeClr val="lt1"/>
              </a:solidFill>
              <a:latin typeface="Trebuchet MS"/>
              <a:ea typeface="Trebuchet MS"/>
              <a:cs typeface="Trebuchet MS"/>
              <a:sym typeface="Trebuchet MS"/>
            </a:endParaRPr>
          </a:p>
        </p:txBody>
      </p:sp>
    </p:spTree>
    <p:extLst>
      <p:ext uri="{BB962C8B-B14F-4D97-AF65-F5344CB8AC3E}">
        <p14:creationId xmlns:p14="http://schemas.microsoft.com/office/powerpoint/2010/main" val="26618642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B9295-4F99-EFA2-67B3-AE4ACB1520B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7D0B4D9-A5B6-59A0-EAFA-5D2F810204BA}"/>
              </a:ext>
            </a:extLst>
          </p:cNvPr>
          <p:cNvSpPr>
            <a:spLocks noGrp="1"/>
          </p:cNvSpPr>
          <p:nvPr>
            <p:ph type="ctrTitle"/>
          </p:nvPr>
        </p:nvSpPr>
        <p:spPr/>
        <p:txBody>
          <a:bodyPr>
            <a:normAutofit fontScale="90000"/>
          </a:bodyPr>
          <a:lstStyle/>
          <a:p>
            <a:r>
              <a:rPr lang="en-IN"/>
              <a:t>Annex</a:t>
            </a:r>
          </a:p>
        </p:txBody>
      </p:sp>
      <p:sp>
        <p:nvSpPr>
          <p:cNvPr id="2" name="Google Shape;201;p4">
            <a:extLst>
              <a:ext uri="{FF2B5EF4-FFF2-40B4-BE49-F238E27FC236}">
                <a16:creationId xmlns:a16="http://schemas.microsoft.com/office/drawing/2014/main" id="{BF2F9D3F-567C-AFA3-A152-BED47CB1A6E6}"/>
              </a:ext>
            </a:extLst>
          </p:cNvPr>
          <p:cNvSpPr/>
          <p:nvPr/>
        </p:nvSpPr>
        <p:spPr>
          <a:xfrm>
            <a:off x="9895116" y="1793"/>
            <a:ext cx="2304000" cy="348659"/>
          </a:xfrm>
          <a:prstGeom prst="rect">
            <a:avLst/>
          </a:prstGeom>
          <a:solidFill>
            <a:srgbClr val="F794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Trebuchet MS"/>
                <a:ea typeface="Trebuchet MS"/>
                <a:cs typeface="Trebuchet MS"/>
                <a:sym typeface="Trebuchet MS"/>
              </a:rPr>
              <a:t>Not to be Presented</a:t>
            </a:r>
            <a:endParaRPr sz="1800" dirty="0">
              <a:solidFill>
                <a:schemeClr val="lt1"/>
              </a:solidFill>
              <a:latin typeface="Trebuchet MS"/>
              <a:ea typeface="Trebuchet MS"/>
              <a:cs typeface="Trebuchet MS"/>
              <a:sym typeface="Trebuchet MS"/>
            </a:endParaRPr>
          </a:p>
        </p:txBody>
      </p:sp>
      <p:pic>
        <p:nvPicPr>
          <p:cNvPr id="10" name="Picture 9" descr="A screenshot of a medical application&#10;&#10;AI-generated content may be incorrect.">
            <a:extLst>
              <a:ext uri="{FF2B5EF4-FFF2-40B4-BE49-F238E27FC236}">
                <a16:creationId xmlns:a16="http://schemas.microsoft.com/office/drawing/2014/main" id="{94CCB6D0-E833-F3CE-283D-74E34325049B}"/>
              </a:ext>
            </a:extLst>
          </p:cNvPr>
          <p:cNvPicPr>
            <a:picLocks noChangeAspect="1"/>
          </p:cNvPicPr>
          <p:nvPr/>
        </p:nvPicPr>
        <p:blipFill>
          <a:blip r:embed="rId2"/>
          <a:stretch>
            <a:fillRect/>
          </a:stretch>
        </p:blipFill>
        <p:spPr>
          <a:xfrm>
            <a:off x="0" y="356010"/>
            <a:ext cx="12192000" cy="5193533"/>
          </a:xfrm>
          <a:prstGeom prst="rect">
            <a:avLst/>
          </a:prstGeom>
        </p:spPr>
      </p:pic>
    </p:spTree>
    <p:extLst>
      <p:ext uri="{BB962C8B-B14F-4D97-AF65-F5344CB8AC3E}">
        <p14:creationId xmlns:p14="http://schemas.microsoft.com/office/powerpoint/2010/main" val="32334719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981BE-22E3-AACB-1E11-0B6BDAEE57ED}"/>
            </a:ext>
          </a:extLst>
        </p:cNvPr>
        <p:cNvGrpSpPr/>
        <p:nvPr/>
      </p:nvGrpSpPr>
      <p:grpSpPr>
        <a:xfrm>
          <a:off x="0" y="0"/>
          <a:ext cx="0" cy="0"/>
          <a:chOff x="0" y="0"/>
          <a:chExt cx="0" cy="0"/>
        </a:xfrm>
      </p:grpSpPr>
      <p:sp>
        <p:nvSpPr>
          <p:cNvPr id="2" name="Google Shape;201;p4">
            <a:extLst>
              <a:ext uri="{FF2B5EF4-FFF2-40B4-BE49-F238E27FC236}">
                <a16:creationId xmlns:a16="http://schemas.microsoft.com/office/drawing/2014/main" id="{2490703B-9100-E9E8-9BBF-8CBBB829A570}"/>
              </a:ext>
            </a:extLst>
          </p:cNvPr>
          <p:cNvSpPr/>
          <p:nvPr/>
        </p:nvSpPr>
        <p:spPr>
          <a:xfrm>
            <a:off x="9895116" y="1793"/>
            <a:ext cx="2304000" cy="348659"/>
          </a:xfrm>
          <a:prstGeom prst="rect">
            <a:avLst/>
          </a:prstGeom>
          <a:solidFill>
            <a:srgbClr val="F794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Trebuchet MS"/>
                <a:ea typeface="Trebuchet MS"/>
                <a:cs typeface="Trebuchet MS"/>
                <a:sym typeface="Trebuchet MS"/>
              </a:rPr>
              <a:t>Not to be Presented</a:t>
            </a:r>
            <a:endParaRPr sz="1800" dirty="0">
              <a:solidFill>
                <a:schemeClr val="lt1"/>
              </a:solidFill>
              <a:latin typeface="Trebuchet MS"/>
              <a:ea typeface="Trebuchet MS"/>
              <a:cs typeface="Trebuchet MS"/>
              <a:sym typeface="Trebuchet MS"/>
            </a:endParaRPr>
          </a:p>
        </p:txBody>
      </p:sp>
      <p:pic>
        <p:nvPicPr>
          <p:cNvPr id="3" name="Picture 2" descr="A screenshot of a chat&#10;&#10;AI-generated content may be incorrect.">
            <a:extLst>
              <a:ext uri="{FF2B5EF4-FFF2-40B4-BE49-F238E27FC236}">
                <a16:creationId xmlns:a16="http://schemas.microsoft.com/office/drawing/2014/main" id="{1D23B67A-973F-E699-1E79-530C14EBAAD6}"/>
              </a:ext>
            </a:extLst>
          </p:cNvPr>
          <p:cNvPicPr>
            <a:picLocks noChangeAspect="1"/>
          </p:cNvPicPr>
          <p:nvPr/>
        </p:nvPicPr>
        <p:blipFill>
          <a:blip r:embed="rId2"/>
          <a:stretch>
            <a:fillRect/>
          </a:stretch>
        </p:blipFill>
        <p:spPr>
          <a:xfrm>
            <a:off x="0" y="353667"/>
            <a:ext cx="12192000" cy="5200926"/>
          </a:xfrm>
          <a:prstGeom prst="rect">
            <a:avLst/>
          </a:prstGeom>
        </p:spPr>
      </p:pic>
    </p:spTree>
    <p:extLst>
      <p:ext uri="{BB962C8B-B14F-4D97-AF65-F5344CB8AC3E}">
        <p14:creationId xmlns:p14="http://schemas.microsoft.com/office/powerpoint/2010/main" val="976253026"/>
      </p:ext>
    </p:extLst>
  </p:cSld>
  <p:clrMapOvr>
    <a:masterClrMapping/>
  </p:clrMapOvr>
</p:sld>
</file>

<file path=ppt/theme/theme1.xml><?xml version="1.0" encoding="utf-8"?>
<a:theme xmlns:a="http://schemas.openxmlformats.org/drawingml/2006/main" name="16_Content Slide">
  <a:themeElements>
    <a:clrScheme name="MSC_Color Palette">
      <a:dk1>
        <a:srgbClr val="595959"/>
      </a:dk1>
      <a:lt1>
        <a:srgbClr val="FFFFFF"/>
      </a:lt1>
      <a:dk2>
        <a:srgbClr val="284181"/>
      </a:dk2>
      <a:lt2>
        <a:srgbClr val="FFFFFF"/>
      </a:lt2>
      <a:accent1>
        <a:srgbClr val="284181"/>
      </a:accent1>
      <a:accent2>
        <a:srgbClr val="00BFDF"/>
      </a:accent2>
      <a:accent3>
        <a:srgbClr val="F79333"/>
      </a:accent3>
      <a:accent4>
        <a:srgbClr val="595959"/>
      </a:accent4>
      <a:accent5>
        <a:srgbClr val="436AB3"/>
      </a:accent5>
      <a:accent6>
        <a:srgbClr val="6ECFE0"/>
      </a:accent6>
      <a:hlink>
        <a:srgbClr val="284181"/>
      </a:hlink>
      <a:folHlink>
        <a:srgbClr val="00BFD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9_Content Slide">
  <a:themeElements>
    <a:clrScheme name="MSC 8 Colors">
      <a:dk1>
        <a:srgbClr val="596359"/>
      </a:dk1>
      <a:lt1>
        <a:srgbClr val="FFFFFF"/>
      </a:lt1>
      <a:dk2>
        <a:srgbClr val="595959"/>
      </a:dk2>
      <a:lt2>
        <a:srgbClr val="E6E7E8"/>
      </a:lt2>
      <a:accent1>
        <a:srgbClr val="284181"/>
      </a:accent1>
      <a:accent2>
        <a:srgbClr val="00BFDF"/>
      </a:accent2>
      <a:accent3>
        <a:srgbClr val="595959"/>
      </a:accent3>
      <a:accent4>
        <a:srgbClr val="939598"/>
      </a:accent4>
      <a:accent5>
        <a:srgbClr val="4369B3"/>
      </a:accent5>
      <a:accent6>
        <a:srgbClr val="6ECFE0"/>
      </a:accent6>
      <a:hlink>
        <a:srgbClr val="284181"/>
      </a:hlink>
      <a:folHlink>
        <a:srgbClr val="595959"/>
      </a:folHlink>
    </a:clrScheme>
    <a:fontScheme name="Trebuchet MS">
      <a:maj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8_Closing Slide">
  <a:themeElements>
    <a:clrScheme name="MicroSave Consulting">
      <a:dk1>
        <a:srgbClr val="595959"/>
      </a:dk1>
      <a:lt1>
        <a:srgbClr val="FFFFFF"/>
      </a:lt1>
      <a:dk2>
        <a:srgbClr val="44546A"/>
      </a:dk2>
      <a:lt2>
        <a:srgbClr val="E7E6E6"/>
      </a:lt2>
      <a:accent1>
        <a:srgbClr val="162856"/>
      </a:accent1>
      <a:accent2>
        <a:srgbClr val="1DB3D6"/>
      </a:accent2>
      <a:accent3>
        <a:srgbClr val="DB6800"/>
      </a:accent3>
      <a:accent4>
        <a:srgbClr val="5C6D99"/>
      </a:accent4>
      <a:accent5>
        <a:srgbClr val="86E2F7"/>
      </a:accent5>
      <a:accent6>
        <a:srgbClr val="F9B87D"/>
      </a:accent6>
      <a:hlink>
        <a:srgbClr val="162856"/>
      </a:hlink>
      <a:folHlink>
        <a:srgbClr val="1DB3D6"/>
      </a:folHlink>
    </a:clrScheme>
    <a:fontScheme name="Trebuchet MS">
      <a:maj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8636E161C762D4F8AF74E89EFD1D1C2" ma:contentTypeVersion="15" ma:contentTypeDescription="Create a new document." ma:contentTypeScope="" ma:versionID="eecf602d45653aa4feba891c80092bdc">
  <xsd:schema xmlns:xsd="http://www.w3.org/2001/XMLSchema" xmlns:xs="http://www.w3.org/2001/XMLSchema" xmlns:p="http://schemas.microsoft.com/office/2006/metadata/properties" xmlns:ns3="3d98f3bc-7abd-404f-be0c-a4ba0a7af044" xmlns:ns4="df2a83aa-2ccb-430f-b43c-d9ac54fe80e0" targetNamespace="http://schemas.microsoft.com/office/2006/metadata/properties" ma:root="true" ma:fieldsID="2d76ca256d254564bad30a4f54dbe5e0" ns3:_="" ns4:_="">
    <xsd:import namespace="3d98f3bc-7abd-404f-be0c-a4ba0a7af044"/>
    <xsd:import namespace="df2a83aa-2ccb-430f-b43c-d9ac54fe80e0"/>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_activity" minOccurs="0"/>
                <xsd:element ref="ns4:SharedWithUsers" minOccurs="0"/>
                <xsd:element ref="ns4:SharedWithDetails" minOccurs="0"/>
                <xsd:element ref="ns4:SharingHintHash" minOccurs="0"/>
                <xsd:element ref="ns3:MediaServiceSystemTags" minOccurs="0"/>
                <xsd:element ref="ns3:MediaLengthInSecond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d98f3bc-7abd-404f-be0c-a4ba0a7af04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_activity" ma:index="16" nillable="true" ma:displayName="_activity" ma:hidden="true" ma:internalName="_activity">
      <xsd:simpleType>
        <xsd:restriction base="dms:Note"/>
      </xsd:simpleType>
    </xsd:element>
    <xsd:element name="MediaServiceSystemTags" ma:index="20" nillable="true" ma:displayName="MediaServiceSystemTags" ma:hidden="true" ma:internalName="MediaServiceSystemTags" ma:readOnly="true">
      <xsd:simpleType>
        <xsd:restriction base="dms:Note"/>
      </xsd:simpleType>
    </xsd:element>
    <xsd:element name="MediaLengthInSeconds" ma:index="21" nillable="true" ma:displayName="MediaLengthInSeconds" ma:hidden="true" ma:internalName="MediaLengthInSeconds" ma:readOnly="true">
      <xsd:simpleType>
        <xsd:restriction base="dms:Unknown"/>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f2a83aa-2ccb-430f-b43c-d9ac54fe80e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3d98f3bc-7abd-404f-be0c-a4ba0a7af044" xsi:nil="true"/>
  </documentManagement>
</p:properties>
</file>

<file path=customXml/itemProps1.xml><?xml version="1.0" encoding="utf-8"?>
<ds:datastoreItem xmlns:ds="http://schemas.openxmlformats.org/officeDocument/2006/customXml" ds:itemID="{33D91AE6-1082-467E-9D95-0BC5D2D4855E}">
  <ds:schemaRefs>
    <ds:schemaRef ds:uri="http://schemas.microsoft.com/sharepoint/v3/contenttype/forms"/>
  </ds:schemaRefs>
</ds:datastoreItem>
</file>

<file path=customXml/itemProps2.xml><?xml version="1.0" encoding="utf-8"?>
<ds:datastoreItem xmlns:ds="http://schemas.openxmlformats.org/officeDocument/2006/customXml" ds:itemID="{ADB293EF-6E54-4BFF-B486-9216A448F5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d98f3bc-7abd-404f-be0c-a4ba0a7af044"/>
    <ds:schemaRef ds:uri="df2a83aa-2ccb-430f-b43c-d9ac54fe80e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C978D80-4594-4352-85CC-50B9FC902131}">
  <ds:schemaRefs>
    <ds:schemaRef ds:uri="3d98f3bc-7abd-404f-be0c-a4ba0a7af044"/>
    <ds:schemaRef ds:uri="http://purl.org/dc/dcmitype/"/>
    <ds:schemaRef ds:uri="http://schemas.microsoft.com/office/2006/documentManagement/types"/>
    <ds:schemaRef ds:uri="http://purl.org/dc/terms/"/>
    <ds:schemaRef ds:uri="df2a83aa-2ccb-430f-b43c-d9ac54fe80e0"/>
    <ds:schemaRef ds:uri="http://www.w3.org/XML/1998/namespace"/>
    <ds:schemaRef ds:uri="http://purl.org/dc/elements/1.1/"/>
    <ds:schemaRef ds:uri="http://schemas.microsoft.com/office/infopath/2007/PartnerControls"/>
    <ds:schemaRef ds:uri="http://schemas.openxmlformats.org/package/2006/metadata/core-propertie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181</TotalTime>
  <Words>1715</Words>
  <Application>Microsoft Office PowerPoint</Application>
  <PresentationFormat>Widescreen</PresentationFormat>
  <Paragraphs>80</Paragraphs>
  <Slides>12</Slides>
  <Notes>8</Notes>
  <HiddenSlides>0</HiddenSlides>
  <MMClips>0</MMClips>
  <ScaleCrop>false</ScaleCrop>
  <HeadingPairs>
    <vt:vector size="4" baseType="variant">
      <vt:variant>
        <vt:lpstr>Theme</vt:lpstr>
      </vt:variant>
      <vt:variant>
        <vt:i4>5</vt:i4>
      </vt:variant>
      <vt:variant>
        <vt:lpstr>Slide Titles</vt:lpstr>
      </vt:variant>
      <vt:variant>
        <vt:i4>12</vt:i4>
      </vt:variant>
    </vt:vector>
  </HeadingPairs>
  <TitlesOfParts>
    <vt:vector size="17" baseType="lpstr">
      <vt:lpstr>16_Content Slide</vt:lpstr>
      <vt:lpstr>29_Content Slide</vt:lpstr>
      <vt:lpstr>18_Closing Slide</vt:lpstr>
      <vt:lpstr>1_Office Theme</vt:lpstr>
      <vt:lpstr>Custom Design</vt:lpstr>
      <vt:lpstr>MedAxis-Africa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Annex</vt:lpstr>
      <vt:lpstr>Annex</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Arnav Nigam</dc:creator>
  <cp:lastModifiedBy>Youssef Assemlali &lt; 151572 &gt;</cp:lastModifiedBy>
  <cp:revision>570</cp:revision>
  <dcterms:created xsi:type="dcterms:W3CDTF">2024-06-26T10:00:14Z</dcterms:created>
  <dcterms:modified xsi:type="dcterms:W3CDTF">2026-04-05T01:37:07Z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0x01010008636E161C762D4F8AF74E89EFD1D1C2</vt:lpwstr>
  </property>
</Properties>
</file>